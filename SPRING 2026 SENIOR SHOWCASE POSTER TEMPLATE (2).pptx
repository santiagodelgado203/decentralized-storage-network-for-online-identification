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6"/>
  </p:notesMasterIdLst>
  <p:sldIdLst>
    <p:sldId id="260" r:id="rId5"/>
  </p:sldIdLst>
  <p:sldSz cx="43891200" cy="32918400"/>
  <p:notesSz cx="6858000" cy="9144000"/>
  <p:defaultTextStyle>
    <a:defPPr>
      <a:defRPr lang="en-US"/>
    </a:defPPr>
    <a:lvl1pPr marL="0" algn="l" defTabSz="457020" rtl="0" eaLnBrk="1" latinLnBrk="0" hangingPunct="1">
      <a:defRPr sz="1800" kern="1200">
        <a:solidFill>
          <a:schemeClr val="tx1"/>
        </a:solidFill>
        <a:latin typeface="+mn-lt"/>
        <a:ea typeface="+mn-ea"/>
        <a:cs typeface="+mn-cs"/>
      </a:defRPr>
    </a:lvl1pPr>
    <a:lvl2pPr marL="457020" algn="l" defTabSz="457020" rtl="0" eaLnBrk="1" latinLnBrk="0" hangingPunct="1">
      <a:defRPr sz="1800" kern="1200">
        <a:solidFill>
          <a:schemeClr val="tx1"/>
        </a:solidFill>
        <a:latin typeface="+mn-lt"/>
        <a:ea typeface="+mn-ea"/>
        <a:cs typeface="+mn-cs"/>
      </a:defRPr>
    </a:lvl2pPr>
    <a:lvl3pPr marL="914040" algn="l" defTabSz="457020" rtl="0" eaLnBrk="1" latinLnBrk="0" hangingPunct="1">
      <a:defRPr sz="1800" kern="1200">
        <a:solidFill>
          <a:schemeClr val="tx1"/>
        </a:solidFill>
        <a:latin typeface="+mn-lt"/>
        <a:ea typeface="+mn-ea"/>
        <a:cs typeface="+mn-cs"/>
      </a:defRPr>
    </a:lvl3pPr>
    <a:lvl4pPr marL="1371048" algn="l" defTabSz="457020" rtl="0" eaLnBrk="1" latinLnBrk="0" hangingPunct="1">
      <a:defRPr sz="1800" kern="1200">
        <a:solidFill>
          <a:schemeClr val="tx1"/>
        </a:solidFill>
        <a:latin typeface="+mn-lt"/>
        <a:ea typeface="+mn-ea"/>
        <a:cs typeface="+mn-cs"/>
      </a:defRPr>
    </a:lvl4pPr>
    <a:lvl5pPr marL="1828068" algn="l" defTabSz="457020" rtl="0" eaLnBrk="1" latinLnBrk="0" hangingPunct="1">
      <a:defRPr sz="1800" kern="1200">
        <a:solidFill>
          <a:schemeClr val="tx1"/>
        </a:solidFill>
        <a:latin typeface="+mn-lt"/>
        <a:ea typeface="+mn-ea"/>
        <a:cs typeface="+mn-cs"/>
      </a:defRPr>
    </a:lvl5pPr>
    <a:lvl6pPr marL="2285088" algn="l" defTabSz="457020" rtl="0" eaLnBrk="1" latinLnBrk="0" hangingPunct="1">
      <a:defRPr sz="1800" kern="1200">
        <a:solidFill>
          <a:schemeClr val="tx1"/>
        </a:solidFill>
        <a:latin typeface="+mn-lt"/>
        <a:ea typeface="+mn-ea"/>
        <a:cs typeface="+mn-cs"/>
      </a:defRPr>
    </a:lvl6pPr>
    <a:lvl7pPr marL="2742108" algn="l" defTabSz="457020" rtl="0" eaLnBrk="1" latinLnBrk="0" hangingPunct="1">
      <a:defRPr sz="1800" kern="1200">
        <a:solidFill>
          <a:schemeClr val="tx1"/>
        </a:solidFill>
        <a:latin typeface="+mn-lt"/>
        <a:ea typeface="+mn-ea"/>
        <a:cs typeface="+mn-cs"/>
      </a:defRPr>
    </a:lvl7pPr>
    <a:lvl8pPr marL="3199116" algn="l" defTabSz="457020" rtl="0" eaLnBrk="1" latinLnBrk="0" hangingPunct="1">
      <a:defRPr sz="1800" kern="1200">
        <a:solidFill>
          <a:schemeClr val="tx1"/>
        </a:solidFill>
        <a:latin typeface="+mn-lt"/>
        <a:ea typeface="+mn-ea"/>
        <a:cs typeface="+mn-cs"/>
      </a:defRPr>
    </a:lvl8pPr>
    <a:lvl9pPr marL="3656136" algn="l" defTabSz="45702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57C"/>
    <a:srgbClr val="D10F4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3D3338-F376-4D9D-9989-9B023A7A04B8}" v="11" dt="2026-03-30T16:28:20.81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808"/>
    <p:restoredTop sz="94680"/>
  </p:normalViewPr>
  <p:slideViewPr>
    <p:cSldViewPr snapToGrid="0" snapToObjects="1">
      <p:cViewPr>
        <p:scale>
          <a:sx n="33" d="100"/>
          <a:sy n="33" d="100"/>
        </p:scale>
        <p:origin x="-437" y="3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yed Shah" userId="S::syedshah2023@fau.edu::f59b3e4a-3d76-4abd-ba5a-534eb5d00085" providerId="AD" clId="Web-{8B16D73A-F43A-D8AB-E419-BB3FC603B6F1}"/>
    <pc:docChg chg="modSld">
      <pc:chgData name="Syed Shah" userId="S::syedshah2023@fau.edu::f59b3e4a-3d76-4abd-ba5a-534eb5d00085" providerId="AD" clId="Web-{8B16D73A-F43A-D8AB-E419-BB3FC603B6F1}" dt="2026-03-26T22:08:18.647" v="67" actId="20577"/>
      <pc:docMkLst>
        <pc:docMk/>
      </pc:docMkLst>
      <pc:sldChg chg="modSp">
        <pc:chgData name="Syed Shah" userId="S::syedshah2023@fau.edu::f59b3e4a-3d76-4abd-ba5a-534eb5d00085" providerId="AD" clId="Web-{8B16D73A-F43A-D8AB-E419-BB3FC603B6F1}" dt="2026-03-26T22:08:18.647" v="67" actId="20577"/>
        <pc:sldMkLst>
          <pc:docMk/>
          <pc:sldMk cId="2438216132" sldId="260"/>
        </pc:sldMkLst>
        <pc:spChg chg="mod">
          <ac:chgData name="Syed Shah" userId="S::syedshah2023@fau.edu::f59b3e4a-3d76-4abd-ba5a-534eb5d00085" providerId="AD" clId="Web-{8B16D73A-F43A-D8AB-E419-BB3FC603B6F1}" dt="2026-03-26T22:03:58.543" v="6" actId="20577"/>
          <ac:spMkLst>
            <pc:docMk/>
            <pc:sldMk cId="2438216132" sldId="260"/>
            <ac:spMk id="10" creationId="{130F6D8D-3273-3645-AD1D-FA548DA970D7}"/>
          </ac:spMkLst>
        </pc:spChg>
        <pc:spChg chg="mod">
          <ac:chgData name="Syed Shah" userId="S::syedshah2023@fau.edu::f59b3e4a-3d76-4abd-ba5a-534eb5d00085" providerId="AD" clId="Web-{8B16D73A-F43A-D8AB-E419-BB3FC603B6F1}" dt="2026-03-26T22:07:37.146" v="64" actId="20577"/>
          <ac:spMkLst>
            <pc:docMk/>
            <pc:sldMk cId="2438216132" sldId="260"/>
            <ac:spMk id="13" creationId="{D6644BF5-580B-6149-8DC6-C3C5552F35D6}"/>
          </ac:spMkLst>
        </pc:spChg>
        <pc:spChg chg="mod">
          <ac:chgData name="Syed Shah" userId="S::syedshah2023@fau.edu::f59b3e4a-3d76-4abd-ba5a-534eb5d00085" providerId="AD" clId="Web-{8B16D73A-F43A-D8AB-E419-BB3FC603B6F1}" dt="2026-03-26T22:04:26.372" v="9" actId="20577"/>
          <ac:spMkLst>
            <pc:docMk/>
            <pc:sldMk cId="2438216132" sldId="260"/>
            <ac:spMk id="26" creationId="{A2AB0AFC-26A8-BB49-A0BA-9F2DD68EB481}"/>
          </ac:spMkLst>
        </pc:spChg>
        <pc:spChg chg="mod">
          <ac:chgData name="Syed Shah" userId="S::syedshah2023@fau.edu::f59b3e4a-3d76-4abd-ba5a-534eb5d00085" providerId="AD" clId="Web-{8B16D73A-F43A-D8AB-E419-BB3FC603B6F1}" dt="2026-03-26T22:08:18.647" v="67" actId="20577"/>
          <ac:spMkLst>
            <pc:docMk/>
            <pc:sldMk cId="2438216132" sldId="260"/>
            <ac:spMk id="40" creationId="{6F292AEB-E8FF-2440-875D-41792ECECC6A}"/>
          </ac:spMkLst>
        </pc:spChg>
      </pc:sldChg>
    </pc:docChg>
  </pc:docChgLst>
  <pc:docChgLst>
    <pc:chgData name="Santiago Delgado Montoya" userId="67d9faa8-6868-4888-97b5-ede07b05b73f" providerId="ADAL" clId="{B075A637-69F2-4DBD-BCD8-8507D431E9B4}"/>
    <pc:docChg chg="undo custSel addSld delSld modSld">
      <pc:chgData name="Santiago Delgado Montoya" userId="67d9faa8-6868-4888-97b5-ede07b05b73f" providerId="ADAL" clId="{B075A637-69F2-4DBD-BCD8-8507D431E9B4}" dt="2026-03-30T16:29:09.729" v="664" actId="1076"/>
      <pc:docMkLst>
        <pc:docMk/>
      </pc:docMkLst>
      <pc:sldChg chg="addSp delSp modSp add del mod">
        <pc:chgData name="Santiago Delgado Montoya" userId="67d9faa8-6868-4888-97b5-ede07b05b73f" providerId="ADAL" clId="{B075A637-69F2-4DBD-BCD8-8507D431E9B4}" dt="2026-03-30T16:29:09.729" v="664" actId="1076"/>
        <pc:sldMkLst>
          <pc:docMk/>
          <pc:sldMk cId="2438216132" sldId="260"/>
        </pc:sldMkLst>
        <pc:spChg chg="mod">
          <ac:chgData name="Santiago Delgado Montoya" userId="67d9faa8-6868-4888-97b5-ede07b05b73f" providerId="ADAL" clId="{B075A637-69F2-4DBD-BCD8-8507D431E9B4}" dt="2026-03-28T22:39:37.938" v="167" actId="1076"/>
          <ac:spMkLst>
            <pc:docMk/>
            <pc:sldMk cId="2438216132" sldId="260"/>
            <ac:spMk id="2" creationId="{B6885142-3E5B-4908-7395-68E1325A41C1}"/>
          </ac:spMkLst>
        </pc:spChg>
        <pc:spChg chg="mod">
          <ac:chgData name="Santiago Delgado Montoya" userId="67d9faa8-6868-4888-97b5-ede07b05b73f" providerId="ADAL" clId="{B075A637-69F2-4DBD-BCD8-8507D431E9B4}" dt="2026-03-30T16:28:58.378" v="663" actId="1076"/>
          <ac:spMkLst>
            <pc:docMk/>
            <pc:sldMk cId="2438216132" sldId="260"/>
            <ac:spMk id="5" creationId="{A32660F8-074A-7F0D-605C-F1522717C201}"/>
          </ac:spMkLst>
        </pc:spChg>
        <pc:spChg chg="mod">
          <ac:chgData name="Santiago Delgado Montoya" userId="67d9faa8-6868-4888-97b5-ede07b05b73f" providerId="ADAL" clId="{B075A637-69F2-4DBD-BCD8-8507D431E9B4}" dt="2026-03-28T22:38:08.170" v="153" actId="14100"/>
          <ac:spMkLst>
            <pc:docMk/>
            <pc:sldMk cId="2438216132" sldId="260"/>
            <ac:spMk id="10" creationId="{130F6D8D-3273-3645-AD1D-FA548DA970D7}"/>
          </ac:spMkLst>
        </pc:spChg>
        <pc:spChg chg="mod">
          <ac:chgData name="Santiago Delgado Montoya" userId="67d9faa8-6868-4888-97b5-ede07b05b73f" providerId="ADAL" clId="{B075A637-69F2-4DBD-BCD8-8507D431E9B4}" dt="2026-03-28T22:37:58.381" v="152" actId="27636"/>
          <ac:spMkLst>
            <pc:docMk/>
            <pc:sldMk cId="2438216132" sldId="260"/>
            <ac:spMk id="11" creationId="{C8C2276F-D017-1D4D-8B1D-0CE8696E26F8}"/>
          </ac:spMkLst>
        </pc:spChg>
        <pc:spChg chg="mod">
          <ac:chgData name="Santiago Delgado Montoya" userId="67d9faa8-6868-4888-97b5-ede07b05b73f" providerId="ADAL" clId="{B075A637-69F2-4DBD-BCD8-8507D431E9B4}" dt="2026-03-28T04:31:25.238" v="92" actId="1076"/>
          <ac:spMkLst>
            <pc:docMk/>
            <pc:sldMk cId="2438216132" sldId="260"/>
            <ac:spMk id="12" creationId="{44697D68-8B55-2B44-ADC4-DFE244818CBD}"/>
          </ac:spMkLst>
        </pc:spChg>
        <pc:spChg chg="mod">
          <ac:chgData name="Santiago Delgado Montoya" userId="67d9faa8-6868-4888-97b5-ede07b05b73f" providerId="ADAL" clId="{B075A637-69F2-4DBD-BCD8-8507D431E9B4}" dt="2026-03-28T04:31:30.832" v="94" actId="1076"/>
          <ac:spMkLst>
            <pc:docMk/>
            <pc:sldMk cId="2438216132" sldId="260"/>
            <ac:spMk id="13" creationId="{D6644BF5-580B-6149-8DC6-C3C5552F35D6}"/>
          </ac:spMkLst>
        </pc:spChg>
        <pc:spChg chg="mod">
          <ac:chgData name="Santiago Delgado Montoya" userId="67d9faa8-6868-4888-97b5-ede07b05b73f" providerId="ADAL" clId="{B075A637-69F2-4DBD-BCD8-8507D431E9B4}" dt="2026-03-30T16:28:55.259" v="662" actId="1076"/>
          <ac:spMkLst>
            <pc:docMk/>
            <pc:sldMk cId="2438216132" sldId="260"/>
            <ac:spMk id="17" creationId="{78B616E3-9E24-1248-8A4D-D77D57F7DC50}"/>
          </ac:spMkLst>
        </pc:spChg>
        <pc:spChg chg="mod">
          <ac:chgData name="Santiago Delgado Montoya" userId="67d9faa8-6868-4888-97b5-ede07b05b73f" providerId="ADAL" clId="{B075A637-69F2-4DBD-BCD8-8507D431E9B4}" dt="2026-03-30T16:29:09.729" v="664" actId="1076"/>
          <ac:spMkLst>
            <pc:docMk/>
            <pc:sldMk cId="2438216132" sldId="260"/>
            <ac:spMk id="18" creationId="{05A6504A-4348-D34A-8A53-B525BDB90512}"/>
          </ac:spMkLst>
        </pc:spChg>
        <pc:spChg chg="mod">
          <ac:chgData name="Santiago Delgado Montoya" userId="67d9faa8-6868-4888-97b5-ede07b05b73f" providerId="ADAL" clId="{B075A637-69F2-4DBD-BCD8-8507D431E9B4}" dt="2026-03-28T04:28:23.327" v="3" actId="2711"/>
          <ac:spMkLst>
            <pc:docMk/>
            <pc:sldMk cId="2438216132" sldId="260"/>
            <ac:spMk id="20" creationId="{A58C0700-3F13-EC47-AD08-0B5FFC38DF34}"/>
          </ac:spMkLst>
        </pc:spChg>
        <pc:spChg chg="mod">
          <ac:chgData name="Santiago Delgado Montoya" userId="67d9faa8-6868-4888-97b5-ede07b05b73f" providerId="ADAL" clId="{B075A637-69F2-4DBD-BCD8-8507D431E9B4}" dt="2026-03-28T04:28:16.331" v="2" actId="2711"/>
          <ac:spMkLst>
            <pc:docMk/>
            <pc:sldMk cId="2438216132" sldId="260"/>
            <ac:spMk id="36" creationId="{9F3EBA96-28C0-F047-947C-38EB7C9FB55F}"/>
          </ac:spMkLst>
        </pc:spChg>
        <pc:spChg chg="mod">
          <ac:chgData name="Santiago Delgado Montoya" userId="67d9faa8-6868-4888-97b5-ede07b05b73f" providerId="ADAL" clId="{B075A637-69F2-4DBD-BCD8-8507D431E9B4}" dt="2026-03-28T23:21:16.996" v="635" actId="20577"/>
          <ac:spMkLst>
            <pc:docMk/>
            <pc:sldMk cId="2438216132" sldId="260"/>
            <ac:spMk id="38" creationId="{5B34A1AA-D693-3B48-8609-BFACDADAB9B1}"/>
          </ac:spMkLst>
        </pc:spChg>
        <pc:picChg chg="mod modCrop">
          <ac:chgData name="Santiago Delgado Montoya" userId="67d9faa8-6868-4888-97b5-ede07b05b73f" providerId="ADAL" clId="{B075A637-69F2-4DBD-BCD8-8507D431E9B4}" dt="2026-03-29T22:00:07.523" v="640" actId="732"/>
          <ac:picMkLst>
            <pc:docMk/>
            <pc:sldMk cId="2438216132" sldId="260"/>
            <ac:picMk id="9" creationId="{F7A59BF0-2B54-9529-9C11-D13753DC5B1D}"/>
          </ac:picMkLst>
        </pc:picChg>
        <pc:picChg chg="add mod modCrop">
          <ac:chgData name="Santiago Delgado Montoya" userId="67d9faa8-6868-4888-97b5-ede07b05b73f" providerId="ADAL" clId="{B075A637-69F2-4DBD-BCD8-8507D431E9B4}" dt="2026-03-29T22:01:09.854" v="647" actId="1076"/>
          <ac:picMkLst>
            <pc:docMk/>
            <pc:sldMk cId="2438216132" sldId="260"/>
            <ac:picMk id="29" creationId="{CAD25229-6DE9-C461-755D-4D3984AE0EC7}"/>
          </ac:picMkLst>
        </pc:picChg>
        <pc:picChg chg="add mod modCrop">
          <ac:chgData name="Santiago Delgado Montoya" userId="67d9faa8-6868-4888-97b5-ede07b05b73f" providerId="ADAL" clId="{B075A637-69F2-4DBD-BCD8-8507D431E9B4}" dt="2026-03-28T22:12:38.145" v="150" actId="732"/>
          <ac:picMkLst>
            <pc:docMk/>
            <pc:sldMk cId="2438216132" sldId="260"/>
            <ac:picMk id="31" creationId="{7C0D891F-51B8-9DA2-A0BC-ECEB99DEB8D2}"/>
          </ac:picMkLst>
        </pc:picChg>
        <pc:inkChg chg="add del">
          <ac:chgData name="Santiago Delgado Montoya" userId="67d9faa8-6868-4888-97b5-ede07b05b73f" providerId="ADAL" clId="{B075A637-69F2-4DBD-BCD8-8507D431E9B4}" dt="2026-03-29T22:01:25.094" v="649" actId="9405"/>
          <ac:inkMkLst>
            <pc:docMk/>
            <pc:sldMk cId="2438216132" sldId="260"/>
            <ac:inkMk id="3" creationId="{9AC3B972-7845-0C4E-2249-D4A6BCC673DF}"/>
          </ac:inkMkLst>
        </pc:inkChg>
        <pc:cxnChg chg="add mod">
          <ac:chgData name="Santiago Delgado Montoya" userId="67d9faa8-6868-4888-97b5-ede07b05b73f" providerId="ADAL" clId="{B075A637-69F2-4DBD-BCD8-8507D431E9B4}" dt="2026-03-29T22:02:35.824" v="654" actId="13822"/>
          <ac:cxnSpMkLst>
            <pc:docMk/>
            <pc:sldMk cId="2438216132" sldId="260"/>
            <ac:cxnSpMk id="6" creationId="{A187CAC4-0F34-33CA-AF6D-D24AF927C031}"/>
          </ac:cxnSpMkLst>
        </pc:cxnChg>
        <pc:cxnChg chg="add mod">
          <ac:chgData name="Santiago Delgado Montoya" userId="67d9faa8-6868-4888-97b5-ede07b05b73f" providerId="ADAL" clId="{B075A637-69F2-4DBD-BCD8-8507D431E9B4}" dt="2026-03-29T22:02:40.837" v="655" actId="13822"/>
          <ac:cxnSpMkLst>
            <pc:docMk/>
            <pc:sldMk cId="2438216132" sldId="260"/>
            <ac:cxnSpMk id="8" creationId="{BD6E7D38-63C2-C760-6F40-BB47A7F760EC}"/>
          </ac:cxnSpMkLst>
        </pc:cxnChg>
      </pc:sldChg>
    </pc:docChg>
  </pc:docChgLst>
  <pc:docChgLst>
    <pc:chgData name="Syed Shah" userId="S::syedshah2023@fau.edu::f59b3e4a-3d76-4abd-ba5a-534eb5d00085" providerId="AD" clId="Web-{53B66F5D-33CA-ED63-F633-F210EAA5957C}"/>
    <pc:docChg chg="modSld">
      <pc:chgData name="Syed Shah" userId="S::syedshah2023@fau.edu::f59b3e4a-3d76-4abd-ba5a-534eb5d00085" providerId="AD" clId="Web-{53B66F5D-33CA-ED63-F633-F210EAA5957C}" dt="2026-03-28T01:18:15.663" v="166" actId="1076"/>
      <pc:docMkLst>
        <pc:docMk/>
      </pc:docMkLst>
      <pc:sldChg chg="addSp delSp modSp">
        <pc:chgData name="Syed Shah" userId="S::syedshah2023@fau.edu::f59b3e4a-3d76-4abd-ba5a-534eb5d00085" providerId="AD" clId="Web-{53B66F5D-33CA-ED63-F633-F210EAA5957C}" dt="2026-03-28T01:18:15.663" v="166" actId="1076"/>
        <pc:sldMkLst>
          <pc:docMk/>
          <pc:sldMk cId="2438216132" sldId="260"/>
        </pc:sldMkLst>
        <pc:spChg chg="mod">
          <ac:chgData name="Syed Shah" userId="S::syedshah2023@fau.edu::f59b3e4a-3d76-4abd-ba5a-534eb5d00085" providerId="AD" clId="Web-{53B66F5D-33CA-ED63-F633-F210EAA5957C}" dt="2026-03-28T00:37:11.838" v="10" actId="20577"/>
          <ac:spMkLst>
            <pc:docMk/>
            <pc:sldMk cId="2438216132" sldId="260"/>
            <ac:spMk id="5" creationId="{A32660F8-074A-7F0D-605C-F1522717C201}"/>
          </ac:spMkLst>
        </pc:spChg>
        <pc:spChg chg="mod">
          <ac:chgData name="Syed Shah" userId="S::syedshah2023@fau.edu::f59b3e4a-3d76-4abd-ba5a-534eb5d00085" providerId="AD" clId="Web-{53B66F5D-33CA-ED63-F633-F210EAA5957C}" dt="2026-03-28T00:37:15.464" v="11" actId="20577"/>
          <ac:spMkLst>
            <pc:docMk/>
            <pc:sldMk cId="2438216132" sldId="260"/>
            <ac:spMk id="18" creationId="{05A6504A-4348-D34A-8A53-B525BDB90512}"/>
          </ac:spMkLst>
        </pc:spChg>
        <pc:spChg chg="mod">
          <ac:chgData name="Syed Shah" userId="S::syedshah2023@fau.edu::f59b3e4a-3d76-4abd-ba5a-534eb5d00085" providerId="AD" clId="Web-{53B66F5D-33CA-ED63-F633-F210EAA5957C}" dt="2026-03-28T01:11:23.778" v="34" actId="20577"/>
          <ac:spMkLst>
            <pc:docMk/>
            <pc:sldMk cId="2438216132" sldId="260"/>
            <ac:spMk id="20" creationId="{A58C0700-3F13-EC47-AD08-0B5FFC38DF34}"/>
          </ac:spMkLst>
        </pc:spChg>
        <pc:spChg chg="mod">
          <ac:chgData name="Syed Shah" userId="S::syedshah2023@fau.edu::f59b3e4a-3d76-4abd-ba5a-534eb5d00085" providerId="AD" clId="Web-{53B66F5D-33CA-ED63-F633-F210EAA5957C}" dt="2026-03-28T01:13:06.034" v="68" actId="20577"/>
          <ac:spMkLst>
            <pc:docMk/>
            <pc:sldMk cId="2438216132" sldId="260"/>
            <ac:spMk id="36" creationId="{9F3EBA96-28C0-F047-947C-38EB7C9FB55F}"/>
          </ac:spMkLst>
        </pc:spChg>
        <pc:picChg chg="add mod">
          <ac:chgData name="Syed Shah" userId="S::syedshah2023@fau.edu::f59b3e4a-3d76-4abd-ba5a-534eb5d00085" providerId="AD" clId="Web-{53B66F5D-33CA-ED63-F633-F210EAA5957C}" dt="2026-03-28T00:34:58.218" v="5" actId="14100"/>
          <ac:picMkLst>
            <pc:docMk/>
            <pc:sldMk cId="2438216132" sldId="260"/>
            <ac:picMk id="9" creationId="{F7A59BF0-2B54-9529-9C11-D13753DC5B1D}"/>
          </ac:picMkLst>
        </pc:picChg>
      </pc:sldChg>
    </pc:docChg>
  </pc:docChgLst>
  <pc:docChgLst>
    <pc:chgData name="Syed Shah" userId="S::syedshah2023@fau.edu::f59b3e4a-3d76-4abd-ba5a-534eb5d00085" providerId="AD" clId="Web-{622F46C8-DC4C-DB48-A9D6-E7197F211220}"/>
    <pc:docChg chg="modSld">
      <pc:chgData name="Syed Shah" userId="S::syedshah2023@fau.edu::f59b3e4a-3d76-4abd-ba5a-534eb5d00085" providerId="AD" clId="Web-{622F46C8-DC4C-DB48-A9D6-E7197F211220}" dt="2026-03-28T18:06:58.209" v="42" actId="20577"/>
      <pc:docMkLst>
        <pc:docMk/>
      </pc:docMkLst>
      <pc:sldChg chg="addSp delSp modSp">
        <pc:chgData name="Syed Shah" userId="S::syedshah2023@fau.edu::f59b3e4a-3d76-4abd-ba5a-534eb5d00085" providerId="AD" clId="Web-{622F46C8-DC4C-DB48-A9D6-E7197F211220}" dt="2026-03-28T18:06:58.209" v="42" actId="20577"/>
        <pc:sldMkLst>
          <pc:docMk/>
          <pc:sldMk cId="2438216132" sldId="260"/>
        </pc:sldMkLst>
        <pc:picChg chg="mod">
          <ac:chgData name="Syed Shah" userId="S::syedshah2023@fau.edu::f59b3e4a-3d76-4abd-ba5a-534eb5d00085" providerId="AD" clId="Web-{622F46C8-DC4C-DB48-A9D6-E7197F211220}" dt="2026-03-28T17:54:46.307" v="16" actId="14100"/>
          <ac:picMkLst>
            <pc:docMk/>
            <pc:sldMk cId="2438216132" sldId="260"/>
            <ac:picMk id="9" creationId="{F7A59BF0-2B54-9529-9C11-D13753DC5B1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63DF7-D1D6-0849-BD92-5A4CD7900F63}" type="datetimeFigureOut">
              <a:t>3/30/2026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5647B-F076-7644-AD6D-3577091B5250}" type="slidenum">
              <a:t>‹#›</a:t>
            </a:fld>
            <a:endParaRPr lang="en-US"/>
          </a:p>
        </p:txBody>
      </p:sp>
    </p:spTree>
    <p:extLst>
      <p:ext uri="{BB962C8B-B14F-4D97-AF65-F5344CB8AC3E}">
        <p14:creationId xmlns:p14="http://schemas.microsoft.com/office/powerpoint/2010/main" val="3737310943"/>
      </p:ext>
    </p:extLst>
  </p:cSld>
  <p:clrMap bg1="lt1" tx1="dk1" bg2="lt2" tx2="dk2" accent1="accent1" accent2="accent2" accent3="accent3" accent4="accent4" accent5="accent5" accent6="accent6" hlink="hlink" folHlink="folHlink"/>
  <p:notesStyle>
    <a:lvl1pPr marL="0" algn="l" defTabSz="3685152" rtl="0" eaLnBrk="1" latinLnBrk="0" hangingPunct="1">
      <a:defRPr sz="4836" kern="1200">
        <a:solidFill>
          <a:schemeClr val="tx1"/>
        </a:solidFill>
        <a:latin typeface="+mn-lt"/>
        <a:ea typeface="+mn-ea"/>
        <a:cs typeface="+mn-cs"/>
      </a:defRPr>
    </a:lvl1pPr>
    <a:lvl2pPr marL="1842576" algn="l" defTabSz="3685152" rtl="0" eaLnBrk="1" latinLnBrk="0" hangingPunct="1">
      <a:defRPr sz="4836" kern="1200">
        <a:solidFill>
          <a:schemeClr val="tx1"/>
        </a:solidFill>
        <a:latin typeface="+mn-lt"/>
        <a:ea typeface="+mn-ea"/>
        <a:cs typeface="+mn-cs"/>
      </a:defRPr>
    </a:lvl2pPr>
    <a:lvl3pPr marL="3685152" algn="l" defTabSz="3685152" rtl="0" eaLnBrk="1" latinLnBrk="0" hangingPunct="1">
      <a:defRPr sz="4836" kern="1200">
        <a:solidFill>
          <a:schemeClr val="tx1"/>
        </a:solidFill>
        <a:latin typeface="+mn-lt"/>
        <a:ea typeface="+mn-ea"/>
        <a:cs typeface="+mn-cs"/>
      </a:defRPr>
    </a:lvl3pPr>
    <a:lvl4pPr marL="5527728" algn="l" defTabSz="3685152" rtl="0" eaLnBrk="1" latinLnBrk="0" hangingPunct="1">
      <a:defRPr sz="4836" kern="1200">
        <a:solidFill>
          <a:schemeClr val="tx1"/>
        </a:solidFill>
        <a:latin typeface="+mn-lt"/>
        <a:ea typeface="+mn-ea"/>
        <a:cs typeface="+mn-cs"/>
      </a:defRPr>
    </a:lvl4pPr>
    <a:lvl5pPr marL="7370304" algn="l" defTabSz="3685152" rtl="0" eaLnBrk="1" latinLnBrk="0" hangingPunct="1">
      <a:defRPr sz="4836" kern="1200">
        <a:solidFill>
          <a:schemeClr val="tx1"/>
        </a:solidFill>
        <a:latin typeface="+mn-lt"/>
        <a:ea typeface="+mn-ea"/>
        <a:cs typeface="+mn-cs"/>
      </a:defRPr>
    </a:lvl5pPr>
    <a:lvl6pPr marL="9212880" algn="l" defTabSz="3685152" rtl="0" eaLnBrk="1" latinLnBrk="0" hangingPunct="1">
      <a:defRPr sz="4836" kern="1200">
        <a:solidFill>
          <a:schemeClr val="tx1"/>
        </a:solidFill>
        <a:latin typeface="+mn-lt"/>
        <a:ea typeface="+mn-ea"/>
        <a:cs typeface="+mn-cs"/>
      </a:defRPr>
    </a:lvl6pPr>
    <a:lvl7pPr marL="11055444" algn="l" defTabSz="3685152" rtl="0" eaLnBrk="1" latinLnBrk="0" hangingPunct="1">
      <a:defRPr sz="4836" kern="1200">
        <a:solidFill>
          <a:schemeClr val="tx1"/>
        </a:solidFill>
        <a:latin typeface="+mn-lt"/>
        <a:ea typeface="+mn-ea"/>
        <a:cs typeface="+mn-cs"/>
      </a:defRPr>
    </a:lvl7pPr>
    <a:lvl8pPr marL="12898020" algn="l" defTabSz="3685152" rtl="0" eaLnBrk="1" latinLnBrk="0" hangingPunct="1">
      <a:defRPr sz="4836" kern="1200">
        <a:solidFill>
          <a:schemeClr val="tx1"/>
        </a:solidFill>
        <a:latin typeface="+mn-lt"/>
        <a:ea typeface="+mn-ea"/>
        <a:cs typeface="+mn-cs"/>
      </a:defRPr>
    </a:lvl8pPr>
    <a:lvl9pPr marL="14740596" algn="l" defTabSz="3685152" rtl="0" eaLnBrk="1" latinLnBrk="0" hangingPunct="1">
      <a:defRPr sz="483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05647B-F076-7644-AD6D-3577091B5250}" type="slidenum">
              <a:t>1</a:t>
            </a:fld>
            <a:endParaRPr lang="en-US"/>
          </a:p>
        </p:txBody>
      </p:sp>
    </p:spTree>
    <p:extLst>
      <p:ext uri="{BB962C8B-B14F-4D97-AF65-F5344CB8AC3E}">
        <p14:creationId xmlns:p14="http://schemas.microsoft.com/office/powerpoint/2010/main" val="408313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ster Template">
    <p:spTree>
      <p:nvGrpSpPr>
        <p:cNvPr id="1" name=""/>
        <p:cNvGrpSpPr/>
        <p:nvPr/>
      </p:nvGrpSpPr>
      <p:grpSpPr>
        <a:xfrm>
          <a:off x="0" y="0"/>
          <a:ext cx="0" cy="0"/>
          <a:chOff x="0" y="0"/>
          <a:chExt cx="0" cy="0"/>
        </a:xfrm>
      </p:grpSpPr>
      <p:sp>
        <p:nvSpPr>
          <p:cNvPr id="39" name="Picture Placeholder 36">
            <a:extLst>
              <a:ext uri="{FF2B5EF4-FFF2-40B4-BE49-F238E27FC236}">
                <a16:creationId xmlns:a16="http://schemas.microsoft.com/office/drawing/2014/main" id="{331D8A0E-52D0-A144-A451-08B60D5354E2}"/>
              </a:ext>
            </a:extLst>
          </p:cNvPr>
          <p:cNvSpPr>
            <a:spLocks noGrp="1"/>
          </p:cNvSpPr>
          <p:nvPr>
            <p:ph type="pic" sz="quarter" idx="12"/>
          </p:nvPr>
        </p:nvSpPr>
        <p:spPr>
          <a:xfrm>
            <a:off x="1626277" y="5662545"/>
            <a:ext cx="13525392" cy="9244945"/>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46" name="Text Placeholder 45">
            <a:extLst>
              <a:ext uri="{FF2B5EF4-FFF2-40B4-BE49-F238E27FC236}">
                <a16:creationId xmlns:a16="http://schemas.microsoft.com/office/drawing/2014/main" id="{F2D35F21-531F-9E41-9182-5E3EEF79768A}"/>
              </a:ext>
            </a:extLst>
          </p:cNvPr>
          <p:cNvSpPr>
            <a:spLocks noGrp="1"/>
          </p:cNvSpPr>
          <p:nvPr>
            <p:ph type="body" sz="quarter" idx="14" hasCustomPrompt="1"/>
          </p:nvPr>
        </p:nvSpPr>
        <p:spPr>
          <a:xfrm>
            <a:off x="1565916" y="3708394"/>
            <a:ext cx="13354836" cy="880371"/>
          </a:xfrm>
          <a:prstGeom prst="rect">
            <a:avLst/>
          </a:prstGeom>
        </p:spPr>
        <p:txBody>
          <a:bodyPr>
            <a:norm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vl5pPr marL="6581052" indent="0">
              <a:buNone/>
              <a:defRPr/>
            </a:lvl5pPr>
          </a:lstStyle>
          <a:p>
            <a:pPr lvl="0"/>
            <a:r>
              <a:rPr lang="en-US"/>
              <a:t>Sponsored by: “Sponsor Name”</a:t>
            </a:r>
          </a:p>
        </p:txBody>
      </p:sp>
      <p:sp>
        <p:nvSpPr>
          <p:cNvPr id="61" name="Text Placeholder 60">
            <a:extLst>
              <a:ext uri="{FF2B5EF4-FFF2-40B4-BE49-F238E27FC236}">
                <a16:creationId xmlns:a16="http://schemas.microsoft.com/office/drawing/2014/main" id="{2729113F-AAA2-B64A-B331-A1D65EEB8737}"/>
              </a:ext>
            </a:extLst>
          </p:cNvPr>
          <p:cNvSpPr>
            <a:spLocks noGrp="1"/>
          </p:cNvSpPr>
          <p:nvPr>
            <p:ph type="body" sz="quarter" idx="25" hasCustomPrompt="1"/>
          </p:nvPr>
        </p:nvSpPr>
        <p:spPr>
          <a:xfrm>
            <a:off x="15486486" y="478769"/>
            <a:ext cx="6343656" cy="724747"/>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dirty="0"/>
              <a:t>Team Members</a:t>
            </a:r>
          </a:p>
        </p:txBody>
      </p:sp>
      <p:sp>
        <p:nvSpPr>
          <p:cNvPr id="62" name="Text Placeholder 60">
            <a:extLst>
              <a:ext uri="{FF2B5EF4-FFF2-40B4-BE49-F238E27FC236}">
                <a16:creationId xmlns:a16="http://schemas.microsoft.com/office/drawing/2014/main" id="{BEB75649-4DD7-F046-88EB-2BA1E2EAED57}"/>
              </a:ext>
            </a:extLst>
          </p:cNvPr>
          <p:cNvSpPr>
            <a:spLocks noGrp="1"/>
          </p:cNvSpPr>
          <p:nvPr>
            <p:ph type="body" sz="quarter" idx="26" hasCustomPrompt="1"/>
          </p:nvPr>
        </p:nvSpPr>
        <p:spPr>
          <a:xfrm>
            <a:off x="15486486" y="1515407"/>
            <a:ext cx="6343656" cy="3073358"/>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63" name="Text Placeholder 60">
            <a:extLst>
              <a:ext uri="{FF2B5EF4-FFF2-40B4-BE49-F238E27FC236}">
                <a16:creationId xmlns:a16="http://schemas.microsoft.com/office/drawing/2014/main" id="{FD0DDE48-2F60-CC4A-970A-CE26C06F5647}"/>
              </a:ext>
            </a:extLst>
          </p:cNvPr>
          <p:cNvSpPr>
            <a:spLocks noGrp="1"/>
          </p:cNvSpPr>
          <p:nvPr>
            <p:ph type="body" sz="quarter" idx="27" hasCustomPrompt="1"/>
          </p:nvPr>
        </p:nvSpPr>
        <p:spPr>
          <a:xfrm>
            <a:off x="22287314" y="478769"/>
            <a:ext cx="9597415" cy="846354"/>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latin typeface="Lato" panose="020F0502020204030203" pitchFamily="34" charset="0"/>
                <a:ea typeface="Lato" panose="020F0502020204030203" pitchFamily="34" charset="0"/>
                <a:cs typeface="Lato" panose="020F0502020204030203" pitchFamily="34" charset="0"/>
              </a:rPr>
              <a:t>Faculty Course Coordinator</a:t>
            </a:r>
            <a:endParaRPr lang="en-US" sz="1440" dirty="0">
              <a:effectLst/>
              <a:latin typeface="Lato" panose="020F0502020204030203" pitchFamily="34" charset="0"/>
              <a:ea typeface="Lato" panose="020F0502020204030203" pitchFamily="34" charset="0"/>
              <a:cs typeface="Lato" panose="020F0502020204030203" pitchFamily="34" charset="0"/>
            </a:endParaRPr>
          </a:p>
        </p:txBody>
      </p:sp>
      <p:sp>
        <p:nvSpPr>
          <p:cNvPr id="64" name="Text Placeholder 60">
            <a:extLst>
              <a:ext uri="{FF2B5EF4-FFF2-40B4-BE49-F238E27FC236}">
                <a16:creationId xmlns:a16="http://schemas.microsoft.com/office/drawing/2014/main" id="{85DEC6BF-FE18-B443-8C1F-21542A9E89A8}"/>
              </a:ext>
            </a:extLst>
          </p:cNvPr>
          <p:cNvSpPr>
            <a:spLocks noGrp="1"/>
          </p:cNvSpPr>
          <p:nvPr>
            <p:ph type="body" sz="quarter" idx="28" hasCustomPrompt="1"/>
          </p:nvPr>
        </p:nvSpPr>
        <p:spPr>
          <a:xfrm>
            <a:off x="22287315" y="1547682"/>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70" name="Text Placeholder 49">
            <a:extLst>
              <a:ext uri="{FF2B5EF4-FFF2-40B4-BE49-F238E27FC236}">
                <a16:creationId xmlns:a16="http://schemas.microsoft.com/office/drawing/2014/main" id="{32B0986E-F1A6-CA45-80F0-27B2926228BB}"/>
              </a:ext>
            </a:extLst>
          </p:cNvPr>
          <p:cNvSpPr>
            <a:spLocks noGrp="1"/>
          </p:cNvSpPr>
          <p:nvPr>
            <p:ph type="body" sz="quarter" idx="32"/>
          </p:nvPr>
        </p:nvSpPr>
        <p:spPr>
          <a:xfrm>
            <a:off x="30606807" y="7223116"/>
            <a:ext cx="12315828" cy="6370320"/>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1" name="Text Placeholder 49">
            <a:extLst>
              <a:ext uri="{FF2B5EF4-FFF2-40B4-BE49-F238E27FC236}">
                <a16:creationId xmlns:a16="http://schemas.microsoft.com/office/drawing/2014/main" id="{4D8FC75B-21BD-2F4B-8AD0-F27275D1936C}"/>
              </a:ext>
            </a:extLst>
          </p:cNvPr>
          <p:cNvSpPr>
            <a:spLocks noGrp="1"/>
          </p:cNvSpPr>
          <p:nvPr>
            <p:ph type="body" sz="quarter" idx="33"/>
          </p:nvPr>
        </p:nvSpPr>
        <p:spPr>
          <a:xfrm>
            <a:off x="30606807" y="566254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2" name="Text Placeholder 49">
            <a:extLst>
              <a:ext uri="{FF2B5EF4-FFF2-40B4-BE49-F238E27FC236}">
                <a16:creationId xmlns:a16="http://schemas.microsoft.com/office/drawing/2014/main" id="{F95C967C-9609-5248-B209-ED38DDE9587E}"/>
              </a:ext>
            </a:extLst>
          </p:cNvPr>
          <p:cNvSpPr>
            <a:spLocks noGrp="1"/>
          </p:cNvSpPr>
          <p:nvPr>
            <p:ph type="body" sz="quarter" idx="34"/>
          </p:nvPr>
        </p:nvSpPr>
        <p:spPr>
          <a:xfrm>
            <a:off x="30606807" y="16184500"/>
            <a:ext cx="12315828" cy="5884719"/>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3" name="Text Placeholder 49">
            <a:extLst>
              <a:ext uri="{FF2B5EF4-FFF2-40B4-BE49-F238E27FC236}">
                <a16:creationId xmlns:a16="http://schemas.microsoft.com/office/drawing/2014/main" id="{AAD304A9-24A5-1C4A-A127-E85D160A85A1}"/>
              </a:ext>
            </a:extLst>
          </p:cNvPr>
          <p:cNvSpPr>
            <a:spLocks noGrp="1"/>
          </p:cNvSpPr>
          <p:nvPr>
            <p:ph type="body" sz="quarter" idx="35"/>
          </p:nvPr>
        </p:nvSpPr>
        <p:spPr>
          <a:xfrm>
            <a:off x="30606807" y="14280766"/>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76" name="Text Placeholder 60">
            <a:extLst>
              <a:ext uri="{FF2B5EF4-FFF2-40B4-BE49-F238E27FC236}">
                <a16:creationId xmlns:a16="http://schemas.microsoft.com/office/drawing/2014/main" id="{20CC3331-724C-2445-B60D-AE80F1B97B15}"/>
              </a:ext>
            </a:extLst>
          </p:cNvPr>
          <p:cNvSpPr>
            <a:spLocks noGrp="1"/>
          </p:cNvSpPr>
          <p:nvPr>
            <p:ph type="body" sz="quarter" idx="38" hasCustomPrompt="1"/>
          </p:nvPr>
        </p:nvSpPr>
        <p:spPr>
          <a:xfrm>
            <a:off x="1565922" y="2460489"/>
            <a:ext cx="13354836" cy="880371"/>
          </a:xfrm>
          <a:prstGeom prst="rect">
            <a:avLst/>
          </a:prstGeom>
        </p:spPr>
        <p:txBody>
          <a:bodyPr>
            <a:noAutofit/>
          </a:bodyPr>
          <a:lstStyle>
            <a:lvl1pPr marL="0" indent="0">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“Department Name”</a:t>
            </a:r>
          </a:p>
        </p:txBody>
      </p:sp>
      <p:sp>
        <p:nvSpPr>
          <p:cNvPr id="77" name="Text Placeholder 49">
            <a:extLst>
              <a:ext uri="{FF2B5EF4-FFF2-40B4-BE49-F238E27FC236}">
                <a16:creationId xmlns:a16="http://schemas.microsoft.com/office/drawing/2014/main" id="{8ED906C8-791C-8B47-A246-A337F89E3FC0}"/>
              </a:ext>
            </a:extLst>
          </p:cNvPr>
          <p:cNvSpPr>
            <a:spLocks noGrp="1"/>
          </p:cNvSpPr>
          <p:nvPr>
            <p:ph type="body" sz="quarter" idx="39" hasCustomPrompt="1"/>
          </p:nvPr>
        </p:nvSpPr>
        <p:spPr>
          <a:xfrm>
            <a:off x="30066870" y="3445468"/>
            <a:ext cx="6883593" cy="899718"/>
          </a:xfrm>
          <a:prstGeom prst="rect">
            <a:avLst/>
          </a:prstGeom>
        </p:spPr>
        <p:txBody>
          <a:bodyPr>
            <a:noAutofit/>
          </a:bodyPr>
          <a:lstStyle>
            <a:lvl1pPr marL="0" indent="0" algn="r">
              <a:buNone/>
              <a:defRPr sz="864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a:t>
            </a:r>
          </a:p>
        </p:txBody>
      </p:sp>
      <p:sp>
        <p:nvSpPr>
          <p:cNvPr id="78" name="Text Placeholder 49">
            <a:extLst>
              <a:ext uri="{FF2B5EF4-FFF2-40B4-BE49-F238E27FC236}">
                <a16:creationId xmlns:a16="http://schemas.microsoft.com/office/drawing/2014/main" id="{B096D7A1-D184-034D-9319-BCC9D88D14A0}"/>
              </a:ext>
            </a:extLst>
          </p:cNvPr>
          <p:cNvSpPr>
            <a:spLocks noGrp="1"/>
          </p:cNvSpPr>
          <p:nvPr>
            <p:ph type="body" sz="quarter" idx="40" hasCustomPrompt="1"/>
          </p:nvPr>
        </p:nvSpPr>
        <p:spPr>
          <a:xfrm>
            <a:off x="1565921" y="478769"/>
            <a:ext cx="13354831" cy="1637646"/>
          </a:xfrm>
          <a:prstGeom prst="rect">
            <a:avLst/>
          </a:prstGeom>
        </p:spPr>
        <p:txBody>
          <a:bodyPr>
            <a:noAutofit/>
          </a:bodyPr>
          <a:lstStyle>
            <a:lvl1pPr marL="0" indent="0" algn="l">
              <a:buNone/>
              <a:defRPr sz="5760" b="1" i="0">
                <a:solidFill>
                  <a:schemeClr val="bg1"/>
                </a:solidFill>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dirty="0"/>
              <a:t>Project Title</a:t>
            </a:r>
          </a:p>
        </p:txBody>
      </p:sp>
      <p:sp>
        <p:nvSpPr>
          <p:cNvPr id="7" name="TextBox 6">
            <a:extLst>
              <a:ext uri="{FF2B5EF4-FFF2-40B4-BE49-F238E27FC236}">
                <a16:creationId xmlns:a16="http://schemas.microsoft.com/office/drawing/2014/main" id="{8354ACB0-71E3-7885-3344-FFDD65703BCA}"/>
              </a:ext>
            </a:extLst>
          </p:cNvPr>
          <p:cNvSpPr txBox="1"/>
          <p:nvPr userDrawn="1"/>
        </p:nvSpPr>
        <p:spPr>
          <a:xfrm>
            <a:off x="3048006" y="2189022"/>
            <a:ext cx="184731" cy="276999"/>
          </a:xfrm>
          <a:prstGeom prst="rect">
            <a:avLst/>
          </a:prstGeom>
          <a:noFill/>
        </p:spPr>
        <p:txBody>
          <a:bodyPr wrap="none" rtlCol="0">
            <a:spAutoFit/>
          </a:bodyPr>
          <a:lstStyle/>
          <a:p>
            <a:endParaRPr lang="en-US" sz="1200">
              <a:latin typeface="Lato" panose="020F0502020204030203" pitchFamily="34" charset="0"/>
              <a:ea typeface="Lato" panose="020F0502020204030203" pitchFamily="34" charset="0"/>
              <a:cs typeface="Lato" panose="020F0502020204030203" pitchFamily="34" charset="0"/>
            </a:endParaRPr>
          </a:p>
        </p:txBody>
      </p:sp>
      <p:sp>
        <p:nvSpPr>
          <p:cNvPr id="2" name="Text Placeholder 60">
            <a:extLst>
              <a:ext uri="{FF2B5EF4-FFF2-40B4-BE49-F238E27FC236}">
                <a16:creationId xmlns:a16="http://schemas.microsoft.com/office/drawing/2014/main" id="{D7CB1472-F4DC-F228-9B53-1FD03C0FA970}"/>
              </a:ext>
            </a:extLst>
          </p:cNvPr>
          <p:cNvSpPr>
            <a:spLocks noGrp="1"/>
          </p:cNvSpPr>
          <p:nvPr>
            <p:ph type="body" sz="quarter" idx="41" hasCustomPrompt="1"/>
          </p:nvPr>
        </p:nvSpPr>
        <p:spPr>
          <a:xfrm>
            <a:off x="22287314" y="2555665"/>
            <a:ext cx="7444541" cy="785195"/>
          </a:xfrm>
          <a:prstGeom prst="rect">
            <a:avLst/>
          </a:prstGeom>
        </p:spPr>
        <p:txBody>
          <a:bodyPr>
            <a:noAutofit/>
          </a:bodyPr>
          <a:lstStyle>
            <a:lvl1pPr marL="0" indent="0" algn="l">
              <a:buNone/>
              <a:defRPr sz="432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t>
            </a:r>
            <a:r>
              <a:rPr lang="en-US" sz="4320" dirty="0">
                <a:latin typeface="Lato" panose="020F0502020204030203" pitchFamily="34" charset="0"/>
                <a:ea typeface="Lato" panose="020F0502020204030203" pitchFamily="34" charset="0"/>
                <a:cs typeface="Lato" panose="020F0502020204030203" pitchFamily="34" charset="0"/>
              </a:rPr>
              <a:t>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 name="Text Placeholder 60">
            <a:extLst>
              <a:ext uri="{FF2B5EF4-FFF2-40B4-BE49-F238E27FC236}">
                <a16:creationId xmlns:a16="http://schemas.microsoft.com/office/drawing/2014/main" id="{5D5C94C0-E910-93B4-C5F7-B55D12238C66}"/>
              </a:ext>
            </a:extLst>
          </p:cNvPr>
          <p:cNvSpPr>
            <a:spLocks noGrp="1"/>
          </p:cNvSpPr>
          <p:nvPr>
            <p:ph type="body" sz="quarter" idx="42" hasCustomPrompt="1"/>
          </p:nvPr>
        </p:nvSpPr>
        <p:spPr>
          <a:xfrm>
            <a:off x="22287315" y="3563419"/>
            <a:ext cx="6343656" cy="663817"/>
          </a:xfrm>
          <a:prstGeom prst="rect">
            <a:avLst/>
          </a:prstGeom>
        </p:spPr>
        <p:txBody>
          <a:bodyPr>
            <a:noAutofit/>
          </a:bodyPr>
          <a:lstStyle>
            <a:lvl1pPr marL="0" indent="0">
              <a:buNone/>
              <a:defRPr sz="3240">
                <a:solidFill>
                  <a:schemeClr val="bg1"/>
                </a:solidFill>
                <a:latin typeface="Lato" panose="020F0502020204030203" pitchFamily="34" charset="0"/>
                <a:ea typeface="Lato" panose="020F0502020204030203" pitchFamily="34" charset="0"/>
                <a:cs typeface="Lato" panose="020F0502020204030203" pitchFamily="34" charset="0"/>
              </a:defRPr>
            </a:lvl1pPr>
            <a:lvl4pPr marL="4935780" indent="0">
              <a:buNone/>
              <a:defRPr/>
            </a:lvl4pPr>
          </a:lstStyle>
          <a:p>
            <a:pPr lvl="0"/>
            <a:r>
              <a:rPr lang="en-US"/>
              <a:t>Fourth level</a:t>
            </a:r>
          </a:p>
        </p:txBody>
      </p:sp>
      <p:sp>
        <p:nvSpPr>
          <p:cNvPr id="4" name="Text Placeholder 49">
            <a:extLst>
              <a:ext uri="{FF2B5EF4-FFF2-40B4-BE49-F238E27FC236}">
                <a16:creationId xmlns:a16="http://schemas.microsoft.com/office/drawing/2014/main" id="{C0C63233-0BD0-EE70-7205-51E84E8693A7}"/>
              </a:ext>
            </a:extLst>
          </p:cNvPr>
          <p:cNvSpPr>
            <a:spLocks noGrp="1"/>
          </p:cNvSpPr>
          <p:nvPr>
            <p:ph type="body" sz="quarter" idx="43"/>
          </p:nvPr>
        </p:nvSpPr>
        <p:spPr>
          <a:xfrm>
            <a:off x="30606807" y="23973955"/>
            <a:ext cx="12315828" cy="6893972"/>
          </a:xfrm>
          <a:prstGeom prst="rect">
            <a:avLst/>
          </a:prstGeom>
        </p:spPr>
        <p:txBody>
          <a:bodyPr/>
          <a:lstStyle>
            <a:lvl1pPr marL="0" indent="0">
              <a:buNone/>
              <a:defRPr sz="4320" b="0">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5" name="Text Placeholder 49">
            <a:extLst>
              <a:ext uri="{FF2B5EF4-FFF2-40B4-BE49-F238E27FC236}">
                <a16:creationId xmlns:a16="http://schemas.microsoft.com/office/drawing/2014/main" id="{98D5F640-4D05-FD86-6EF9-80B94ABB7DC9}"/>
              </a:ext>
            </a:extLst>
          </p:cNvPr>
          <p:cNvSpPr>
            <a:spLocks noGrp="1"/>
          </p:cNvSpPr>
          <p:nvPr>
            <p:ph type="body" sz="quarter" idx="44"/>
          </p:nvPr>
        </p:nvSpPr>
        <p:spPr>
          <a:xfrm>
            <a:off x="30606807" y="22413385"/>
            <a:ext cx="12315828" cy="1216404"/>
          </a:xfrm>
          <a:prstGeom prst="rect">
            <a:avLst/>
          </a:prstGeom>
        </p:spPr>
        <p:txBody>
          <a:bodyPr>
            <a:noAutofit/>
          </a:bodyPr>
          <a:lstStyle>
            <a:lvl1pPr marL="0" indent="0">
              <a:buNone/>
              <a:defRPr sz="5040" b="1">
                <a:latin typeface="Lato" panose="020F0502020204030203" pitchFamily="34" charset="0"/>
                <a:ea typeface="Lato" panose="020F0502020204030203" pitchFamily="34" charset="0"/>
                <a:cs typeface="Lato" panose="020F0502020204030203" pitchFamily="34" charset="0"/>
              </a:defRPr>
            </a:lvl1pPr>
            <a:lvl2pPr marL="1645260" indent="0">
              <a:buNone/>
              <a:defRPr/>
            </a:lvl2pPr>
            <a:lvl3pPr marL="3290520" indent="0">
              <a:buNone/>
              <a:defRPr/>
            </a:lvl3pPr>
            <a:lvl4pPr marL="4935780" indent="0">
              <a:buNone/>
              <a:defRPr/>
            </a:lvl4pPr>
          </a:lstStyle>
          <a:p>
            <a:pPr lvl="0"/>
            <a:r>
              <a:rPr lang="en-US"/>
              <a:t>Click to edit Master text styles</a:t>
            </a:r>
          </a:p>
        </p:txBody>
      </p:sp>
      <p:sp>
        <p:nvSpPr>
          <p:cNvPr id="6" name="Picture Placeholder 36">
            <a:extLst>
              <a:ext uri="{FF2B5EF4-FFF2-40B4-BE49-F238E27FC236}">
                <a16:creationId xmlns:a16="http://schemas.microsoft.com/office/drawing/2014/main" id="{3EF891AE-3014-7B8D-BC5A-C7F85CABC5B2}"/>
              </a:ext>
            </a:extLst>
          </p:cNvPr>
          <p:cNvSpPr>
            <a:spLocks noGrp="1"/>
          </p:cNvSpPr>
          <p:nvPr>
            <p:ph type="pic" sz="quarter" idx="45"/>
          </p:nvPr>
        </p:nvSpPr>
        <p:spPr>
          <a:xfrm>
            <a:off x="16116542" y="5662546"/>
            <a:ext cx="13525392" cy="9244944"/>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8" name="Picture Placeholder 36">
            <a:extLst>
              <a:ext uri="{FF2B5EF4-FFF2-40B4-BE49-F238E27FC236}">
                <a16:creationId xmlns:a16="http://schemas.microsoft.com/office/drawing/2014/main" id="{B5F491EB-A441-CC19-2511-80253E62BC4C}"/>
              </a:ext>
            </a:extLst>
          </p:cNvPr>
          <p:cNvSpPr>
            <a:spLocks noGrp="1"/>
          </p:cNvSpPr>
          <p:nvPr>
            <p:ph type="pic" sz="quarter" idx="46"/>
          </p:nvPr>
        </p:nvSpPr>
        <p:spPr>
          <a:xfrm>
            <a:off x="1626277" y="15497170"/>
            <a:ext cx="13525392" cy="9965381"/>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3" name="Picture Placeholder 36">
            <a:extLst>
              <a:ext uri="{FF2B5EF4-FFF2-40B4-BE49-F238E27FC236}">
                <a16:creationId xmlns:a16="http://schemas.microsoft.com/office/drawing/2014/main" id="{E5561193-5DE2-0165-4EEB-4749F6635190}"/>
              </a:ext>
            </a:extLst>
          </p:cNvPr>
          <p:cNvSpPr>
            <a:spLocks noGrp="1"/>
          </p:cNvSpPr>
          <p:nvPr>
            <p:ph type="pic" sz="quarter" idx="51"/>
          </p:nvPr>
        </p:nvSpPr>
        <p:spPr>
          <a:xfrm>
            <a:off x="16116542"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4" name="Picture Placeholder 36">
            <a:extLst>
              <a:ext uri="{FF2B5EF4-FFF2-40B4-BE49-F238E27FC236}">
                <a16:creationId xmlns:a16="http://schemas.microsoft.com/office/drawing/2014/main" id="{0DC11D91-B5C7-B57D-D4CF-B55B31E97A9D}"/>
              </a:ext>
            </a:extLst>
          </p:cNvPr>
          <p:cNvSpPr>
            <a:spLocks noGrp="1"/>
          </p:cNvSpPr>
          <p:nvPr>
            <p:ph type="pic" sz="quarter" idx="52"/>
          </p:nvPr>
        </p:nvSpPr>
        <p:spPr>
          <a:xfrm>
            <a:off x="23120149" y="15497170"/>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5" name="Picture Placeholder 36">
            <a:extLst>
              <a:ext uri="{FF2B5EF4-FFF2-40B4-BE49-F238E27FC236}">
                <a16:creationId xmlns:a16="http://schemas.microsoft.com/office/drawing/2014/main" id="{CD24241F-0660-A88F-F6E7-998381CCE253}"/>
              </a:ext>
            </a:extLst>
          </p:cNvPr>
          <p:cNvSpPr>
            <a:spLocks noGrp="1"/>
          </p:cNvSpPr>
          <p:nvPr>
            <p:ph type="pic" sz="quarter" idx="53"/>
          </p:nvPr>
        </p:nvSpPr>
        <p:spPr>
          <a:xfrm>
            <a:off x="16116542"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Picture Placeholder 36">
            <a:extLst>
              <a:ext uri="{FF2B5EF4-FFF2-40B4-BE49-F238E27FC236}">
                <a16:creationId xmlns:a16="http://schemas.microsoft.com/office/drawing/2014/main" id="{F6A28E6F-30E1-3F80-4D47-D6BF0E229CCE}"/>
              </a:ext>
            </a:extLst>
          </p:cNvPr>
          <p:cNvSpPr>
            <a:spLocks noGrp="1"/>
          </p:cNvSpPr>
          <p:nvPr>
            <p:ph type="pic" sz="quarter" idx="54"/>
          </p:nvPr>
        </p:nvSpPr>
        <p:spPr>
          <a:xfrm>
            <a:off x="23120149" y="20789606"/>
            <a:ext cx="6521785" cy="4675048"/>
          </a:xfrm>
          <a:prstGeom prst="rect">
            <a:avLst/>
          </a:prstGeom>
        </p:spPr>
        <p:txBody>
          <a:bodyPr/>
          <a:lstStyle>
            <a:lvl1pPr marL="0" indent="0">
              <a:buNone/>
              <a:defRPr sz="7992">
                <a:latin typeface="Lato" panose="020F0502020204030203" pitchFamily="34" charset="0"/>
                <a:ea typeface="Lato" panose="020F0502020204030203" pitchFamily="34" charset="0"/>
                <a:cs typeface="Lato" panose="020F0502020204030203" pitchFamily="34" charset="0"/>
              </a:defRPr>
            </a:lvl1pPr>
          </a:lstStyle>
          <a:p>
            <a:endParaRPr lang="en-US"/>
          </a:p>
        </p:txBody>
      </p:sp>
    </p:spTree>
    <p:extLst>
      <p:ext uri="{BB962C8B-B14F-4D97-AF65-F5344CB8AC3E}">
        <p14:creationId xmlns:p14="http://schemas.microsoft.com/office/powerpoint/2010/main" val="3417697303"/>
      </p:ext>
    </p:extLst>
  </p:cSld>
  <p:clrMapOvr>
    <a:masterClrMapping/>
  </p:clrMapOvr>
  <p:extLst>
    <p:ext uri="{DCECCB84-F9BA-43D5-87BE-67443E8EF086}">
      <p15:sldGuideLst xmlns:p15="http://schemas.microsoft.com/office/powerpoint/2012/main">
        <p15:guide id="1" orient="horz" pos="10368" userDrawn="1">
          <p15:clr>
            <a:srgbClr val="FBAE40"/>
          </p15:clr>
        </p15:guide>
        <p15:guide id="2" pos="13824"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EE3FB7E-6C35-F98F-1BF3-8754B72FB0B7}"/>
              </a:ext>
            </a:extLst>
          </p:cNvPr>
          <p:cNvSpPr>
            <a:spLocks noGrp="1" noRot="1" noMove="1" noResize="1" noEditPoints="1" noAdjustHandles="1" noChangeArrowheads="1" noChangeShapeType="1"/>
          </p:cNvSpPr>
          <p:nvPr userDrawn="1"/>
        </p:nvSpPr>
        <p:spPr>
          <a:xfrm rot="5400000">
            <a:off x="19427634" y="-19494012"/>
            <a:ext cx="5035956" cy="438912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6124"/>
          </a:p>
        </p:txBody>
      </p:sp>
      <p:pic>
        <p:nvPicPr>
          <p:cNvPr id="8" name="Picture 7">
            <a:extLst>
              <a:ext uri="{FF2B5EF4-FFF2-40B4-BE49-F238E27FC236}">
                <a16:creationId xmlns:a16="http://schemas.microsoft.com/office/drawing/2014/main" id="{CC7EAC6D-DEFE-ECDA-51F1-C6442454F33F}"/>
              </a:ext>
            </a:extLst>
          </p:cNvPr>
          <p:cNvPicPr>
            <a:picLocks noGrp="1" noRot="1" noChangeAspect="1" noMove="1" noResize="1" noEditPoints="1" noAdjustHandles="1" noChangeArrowheads="1" noChangeShapeType="1" noCrop="1"/>
          </p:cNvPicPr>
          <p:nvPr userDrawn="1"/>
        </p:nvPicPr>
        <p:blipFill>
          <a:blip r:embed="rId3"/>
          <a:srcRect/>
          <a:stretch/>
        </p:blipFill>
        <p:spPr>
          <a:xfrm>
            <a:off x="36793410" y="828720"/>
            <a:ext cx="5756916" cy="3266208"/>
          </a:xfrm>
          <a:prstGeom prst="rect">
            <a:avLst/>
          </a:prstGeom>
        </p:spPr>
      </p:pic>
      <p:sp>
        <p:nvSpPr>
          <p:cNvPr id="11" name="TextBox 10">
            <a:extLst>
              <a:ext uri="{FF2B5EF4-FFF2-40B4-BE49-F238E27FC236}">
                <a16:creationId xmlns:a16="http://schemas.microsoft.com/office/drawing/2014/main" id="{F3CC34A0-AA20-C30D-86DB-2D1525F9EB65}"/>
              </a:ext>
            </a:extLst>
          </p:cNvPr>
          <p:cNvSpPr txBox="1">
            <a:spLocks noGrp="1" noRot="1" noMove="1" noResize="1" noEditPoints="1" noAdjustHandles="1" noChangeArrowheads="1" noChangeShapeType="1"/>
          </p:cNvSpPr>
          <p:nvPr userDrawn="1"/>
        </p:nvSpPr>
        <p:spPr>
          <a:xfrm>
            <a:off x="21585382" y="31459278"/>
            <a:ext cx="20964944" cy="849976"/>
          </a:xfrm>
          <a:prstGeom prst="rect">
            <a:avLst/>
          </a:prstGeom>
          <a:noFill/>
        </p:spPr>
        <p:txBody>
          <a:bodyPr wrap="square" rtlCol="0">
            <a:spAutoFit/>
          </a:bodyPr>
          <a:lstStyle/>
          <a:p>
            <a:pPr marL="0" marR="0" lvl="0" indent="0" algn="r" defTabSz="3290520" rtl="0" eaLnBrk="1" fontAlgn="auto" latinLnBrk="0" hangingPunct="1">
              <a:lnSpc>
                <a:spcPct val="150000"/>
              </a:lnSpc>
              <a:spcBef>
                <a:spcPts val="0"/>
              </a:spcBef>
              <a:spcAft>
                <a:spcPts val="0"/>
              </a:spcAft>
              <a:buClrTx/>
              <a:buSzTx/>
              <a:buFontTx/>
              <a:buNone/>
              <a:tabLst/>
              <a:defRPr/>
            </a:pPr>
            <a:r>
              <a:rPr lang="en-US" sz="3780" b="0" i="0" u="none" strike="noStrike" cap="none" spc="2160" dirty="0">
                <a:solidFill>
                  <a:schemeClr val="bg2">
                    <a:lumMod val="75000"/>
                  </a:schemeClr>
                </a:solidFill>
                <a:effectLst/>
                <a:latin typeface="Lato" panose="020F0502020204030203" pitchFamily="34" charset="0"/>
                <a:ea typeface="Lato" panose="020F0502020204030203" pitchFamily="34" charset="0"/>
                <a:cs typeface="Lato" panose="020F0502020204030203" pitchFamily="34" charset="0"/>
                <a:sym typeface="Arial"/>
              </a:rPr>
              <a:t>SENIOR DESIGN SHOWCASE | FALL 2025</a:t>
            </a:r>
          </a:p>
        </p:txBody>
      </p:sp>
      <p:pic>
        <p:nvPicPr>
          <p:cNvPr id="6" name="Picture 5" descr="A black background with blue text&#10;&#10;Description automatically generated">
            <a:extLst>
              <a:ext uri="{FF2B5EF4-FFF2-40B4-BE49-F238E27FC236}">
                <a16:creationId xmlns:a16="http://schemas.microsoft.com/office/drawing/2014/main" id="{2FD32501-E43A-6356-0456-A00FEE09EFE0}"/>
              </a:ext>
            </a:extLst>
          </p:cNvPr>
          <p:cNvPicPr>
            <a:picLocks noGrp="1" noRot="1" noChangeAspect="1" noMove="1" noResize="1" noEditPoints="1" noAdjustHandles="1" noChangeArrowheads="1" noChangeShapeType="1" noCrop="1"/>
          </p:cNvPicPr>
          <p:nvPr userDrawn="1"/>
        </p:nvPicPr>
        <p:blipFill>
          <a:blip r:embed="rId4"/>
          <a:stretch>
            <a:fillRect/>
          </a:stretch>
        </p:blipFill>
        <p:spPr>
          <a:xfrm>
            <a:off x="1340874" y="29581334"/>
            <a:ext cx="12624508" cy="2302932"/>
          </a:xfrm>
          <a:prstGeom prst="rect">
            <a:avLst/>
          </a:prstGeom>
        </p:spPr>
      </p:pic>
    </p:spTree>
    <p:extLst>
      <p:ext uri="{BB962C8B-B14F-4D97-AF65-F5344CB8AC3E}">
        <p14:creationId xmlns:p14="http://schemas.microsoft.com/office/powerpoint/2010/main" val="1855330281"/>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4387368" rtl="0" eaLnBrk="1" latinLnBrk="0" hangingPunct="1">
        <a:lnSpc>
          <a:spcPct val="90000"/>
        </a:lnSpc>
        <a:spcBef>
          <a:spcPct val="0"/>
        </a:spcBef>
        <a:buNone/>
        <a:defRPr sz="21108" kern="1200">
          <a:solidFill>
            <a:schemeClr val="tx1"/>
          </a:solidFill>
          <a:latin typeface="+mj-lt"/>
          <a:ea typeface="+mj-ea"/>
          <a:cs typeface="+mj-cs"/>
        </a:defRPr>
      </a:lvl1pPr>
    </p:titleStyle>
    <p:bodyStyle>
      <a:lvl1pPr marL="1096836" indent="-1096836" algn="l" defTabSz="4387368"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0520" indent="-1096836" algn="l" defTabSz="4387368"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4204" indent="-1096836" algn="l" defTabSz="4387368"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77888"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157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6525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58940"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2612"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46296" indent="-1096836" algn="l" defTabSz="4387368"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7368" rtl="0" eaLnBrk="1" latinLnBrk="0" hangingPunct="1">
        <a:defRPr sz="8640" kern="1200">
          <a:solidFill>
            <a:schemeClr val="tx1"/>
          </a:solidFill>
          <a:latin typeface="+mn-lt"/>
          <a:ea typeface="+mn-ea"/>
          <a:cs typeface="+mn-cs"/>
        </a:defRPr>
      </a:lvl1pPr>
      <a:lvl2pPr marL="2193684" algn="l" defTabSz="4387368" rtl="0" eaLnBrk="1" latinLnBrk="0" hangingPunct="1">
        <a:defRPr sz="8640" kern="1200">
          <a:solidFill>
            <a:schemeClr val="tx1"/>
          </a:solidFill>
          <a:latin typeface="+mn-lt"/>
          <a:ea typeface="+mn-ea"/>
          <a:cs typeface="+mn-cs"/>
        </a:defRPr>
      </a:lvl2pPr>
      <a:lvl3pPr marL="4387368" algn="l" defTabSz="4387368" rtl="0" eaLnBrk="1" latinLnBrk="0" hangingPunct="1">
        <a:defRPr sz="8640" kern="1200">
          <a:solidFill>
            <a:schemeClr val="tx1"/>
          </a:solidFill>
          <a:latin typeface="+mn-lt"/>
          <a:ea typeface="+mn-ea"/>
          <a:cs typeface="+mn-cs"/>
        </a:defRPr>
      </a:lvl3pPr>
      <a:lvl4pPr marL="6581052" algn="l" defTabSz="4387368" rtl="0" eaLnBrk="1" latinLnBrk="0" hangingPunct="1">
        <a:defRPr sz="8640" kern="1200">
          <a:solidFill>
            <a:schemeClr val="tx1"/>
          </a:solidFill>
          <a:latin typeface="+mn-lt"/>
          <a:ea typeface="+mn-ea"/>
          <a:cs typeface="+mn-cs"/>
        </a:defRPr>
      </a:lvl4pPr>
      <a:lvl5pPr marL="8774724" algn="l" defTabSz="4387368" rtl="0" eaLnBrk="1" latinLnBrk="0" hangingPunct="1">
        <a:defRPr sz="8640" kern="1200">
          <a:solidFill>
            <a:schemeClr val="tx1"/>
          </a:solidFill>
          <a:latin typeface="+mn-lt"/>
          <a:ea typeface="+mn-ea"/>
          <a:cs typeface="+mn-cs"/>
        </a:defRPr>
      </a:lvl5pPr>
      <a:lvl6pPr marL="10968408" algn="l" defTabSz="4387368" rtl="0" eaLnBrk="1" latinLnBrk="0" hangingPunct="1">
        <a:defRPr sz="8640" kern="1200">
          <a:solidFill>
            <a:schemeClr val="tx1"/>
          </a:solidFill>
          <a:latin typeface="+mn-lt"/>
          <a:ea typeface="+mn-ea"/>
          <a:cs typeface="+mn-cs"/>
        </a:defRPr>
      </a:lvl6pPr>
      <a:lvl7pPr marL="13162092" algn="l" defTabSz="4387368" rtl="0" eaLnBrk="1" latinLnBrk="0" hangingPunct="1">
        <a:defRPr sz="8640" kern="1200">
          <a:solidFill>
            <a:schemeClr val="tx1"/>
          </a:solidFill>
          <a:latin typeface="+mn-lt"/>
          <a:ea typeface="+mn-ea"/>
          <a:cs typeface="+mn-cs"/>
        </a:defRPr>
      </a:lvl7pPr>
      <a:lvl8pPr marL="15355776" algn="l" defTabSz="4387368" rtl="0" eaLnBrk="1" latinLnBrk="0" hangingPunct="1">
        <a:defRPr sz="8640" kern="1200">
          <a:solidFill>
            <a:schemeClr val="tx1"/>
          </a:solidFill>
          <a:latin typeface="+mn-lt"/>
          <a:ea typeface="+mn-ea"/>
          <a:cs typeface="+mn-cs"/>
        </a:defRPr>
      </a:lvl8pPr>
      <a:lvl9pPr marL="17549460" algn="l" defTabSz="4387368" rtl="0" eaLnBrk="1" latinLnBrk="0" hangingPunct="1">
        <a:defRPr sz="864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368" userDrawn="1">
          <p15:clr>
            <a:srgbClr val="F26B43"/>
          </p15:clr>
        </p15:guide>
        <p15:guide id="2" pos="1382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ubtitle 10">
            <a:extLst>
              <a:ext uri="{FF2B5EF4-FFF2-40B4-BE49-F238E27FC236}">
                <a16:creationId xmlns:a16="http://schemas.microsoft.com/office/drawing/2014/main" id="{C8C2276F-D017-1D4D-8B1D-0CE8696E26F8}"/>
              </a:ext>
            </a:extLst>
          </p:cNvPr>
          <p:cNvSpPr>
            <a:spLocks noGrp="1"/>
          </p:cNvSpPr>
          <p:nvPr>
            <p:ph type="body" sz="quarter" idx="14"/>
          </p:nvPr>
        </p:nvSpPr>
        <p:spPr>
          <a:xfrm>
            <a:off x="1626276" y="2633772"/>
            <a:ext cx="11395716" cy="1431180"/>
          </a:xfrm>
        </p:spPr>
        <p:txBody>
          <a:bodyPr>
            <a:normAutofit/>
          </a:bodyPr>
          <a:lstStyle/>
          <a:p>
            <a:pPr>
              <a:lnSpc>
                <a:spcPct val="110000"/>
              </a:lnSpc>
              <a:spcBef>
                <a:spcPts val="0"/>
              </a:spcBef>
            </a:pPr>
            <a:r>
              <a:rPr lang="en-US" sz="4000" dirty="0">
                <a:solidFill>
                  <a:schemeClr val="bg1"/>
                </a:solidFill>
              </a:rPr>
              <a:t>EGN 4952C</a:t>
            </a:r>
          </a:p>
          <a:p>
            <a:pPr>
              <a:lnSpc>
                <a:spcPct val="110000"/>
              </a:lnSpc>
              <a:spcBef>
                <a:spcPts val="0"/>
              </a:spcBef>
            </a:pPr>
            <a:r>
              <a:rPr lang="en-US" sz="4000" dirty="0">
                <a:solidFill>
                  <a:schemeClr val="bg1"/>
                </a:solidFill>
              </a:rPr>
              <a:t>Electrical Engineering &amp; Computer S</a:t>
            </a:r>
            <a:r>
              <a:rPr lang="en-US" sz="4000" dirty="0"/>
              <a:t>cience</a:t>
            </a:r>
            <a:endParaRPr lang="en-US" sz="4000" dirty="0">
              <a:solidFill>
                <a:schemeClr val="bg1"/>
              </a:solidFill>
            </a:endParaRPr>
          </a:p>
        </p:txBody>
      </p:sp>
      <p:sp>
        <p:nvSpPr>
          <p:cNvPr id="10" name="Title 9">
            <a:extLst>
              <a:ext uri="{FF2B5EF4-FFF2-40B4-BE49-F238E27FC236}">
                <a16:creationId xmlns:a16="http://schemas.microsoft.com/office/drawing/2014/main" id="{130F6D8D-3273-3645-AD1D-FA548DA970D7}"/>
              </a:ext>
            </a:extLst>
          </p:cNvPr>
          <p:cNvSpPr>
            <a:spLocks noGrp="1"/>
          </p:cNvSpPr>
          <p:nvPr>
            <p:ph type="ctrTitle" idx="4294967295"/>
          </p:nvPr>
        </p:nvSpPr>
        <p:spPr>
          <a:xfrm>
            <a:off x="1505365" y="718932"/>
            <a:ext cx="13277435" cy="1464864"/>
          </a:xfrm>
          <a:prstGeom prst="rect">
            <a:avLst/>
          </a:prstGeom>
        </p:spPr>
        <p:txBody>
          <a:bodyPr lIns="91440" tIns="45720" rIns="91440" bIns="45720" anchor="t">
            <a:noAutofit/>
          </a:bodyPr>
          <a:lstStyle/>
          <a:p>
            <a:r>
              <a:rPr lang="en-US" sz="6600" dirty="0">
                <a:solidFill>
                  <a:schemeClr val="bg1"/>
                </a:solidFill>
                <a:ea typeface="+mj-lt"/>
                <a:cs typeface="+mj-lt"/>
              </a:rPr>
              <a:t>Decentralized Storage Network for Online Verification</a:t>
            </a:r>
            <a:endParaRPr lang="en-US" sz="13800" dirty="0"/>
          </a:p>
        </p:txBody>
      </p:sp>
      <p:sp>
        <p:nvSpPr>
          <p:cNvPr id="12" name="Subtitle 10">
            <a:extLst>
              <a:ext uri="{FF2B5EF4-FFF2-40B4-BE49-F238E27FC236}">
                <a16:creationId xmlns:a16="http://schemas.microsoft.com/office/drawing/2014/main" id="{44697D68-8B55-2B44-ADC4-DFE244818CBD}"/>
              </a:ext>
            </a:extLst>
          </p:cNvPr>
          <p:cNvSpPr txBox="1">
            <a:spLocks/>
          </p:cNvSpPr>
          <p:nvPr/>
        </p:nvSpPr>
        <p:spPr>
          <a:xfrm>
            <a:off x="17062053" y="631952"/>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Team Members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3" name="Subtitle 10">
            <a:extLst>
              <a:ext uri="{FF2B5EF4-FFF2-40B4-BE49-F238E27FC236}">
                <a16:creationId xmlns:a16="http://schemas.microsoft.com/office/drawing/2014/main" id="{D6644BF5-580B-6149-8DC6-C3C5552F35D6}"/>
              </a:ext>
            </a:extLst>
          </p:cNvPr>
          <p:cNvSpPr txBox="1">
            <a:spLocks/>
          </p:cNvSpPr>
          <p:nvPr/>
        </p:nvSpPr>
        <p:spPr>
          <a:xfrm>
            <a:off x="17076073" y="1534981"/>
            <a:ext cx="6701244" cy="3331044"/>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0"/>
              </a:spcBef>
            </a:pPr>
            <a:r>
              <a:rPr lang="en-US" sz="3200" b="0" dirty="0">
                <a:solidFill>
                  <a:schemeClr val="bg1"/>
                </a:solidFill>
                <a:latin typeface="Lato"/>
                <a:ea typeface="Lato"/>
                <a:cs typeface="Lato"/>
              </a:rPr>
              <a:t>Santiago Delgado</a:t>
            </a:r>
          </a:p>
          <a:p>
            <a:pPr algn="l">
              <a:lnSpc>
                <a:spcPct val="100000"/>
              </a:lnSpc>
              <a:spcBef>
                <a:spcPts val="0"/>
              </a:spcBef>
            </a:pPr>
            <a:r>
              <a:rPr lang="en-US" sz="3200" b="0" dirty="0">
                <a:solidFill>
                  <a:schemeClr val="bg1"/>
                </a:solidFill>
                <a:latin typeface="Lato"/>
                <a:ea typeface="Lato"/>
                <a:cs typeface="Lato"/>
              </a:rPr>
              <a:t>Kanish Dangol</a:t>
            </a:r>
          </a:p>
          <a:p>
            <a:pPr algn="l">
              <a:lnSpc>
                <a:spcPct val="100000"/>
              </a:lnSpc>
              <a:spcBef>
                <a:spcPts val="0"/>
              </a:spcBef>
            </a:pPr>
            <a:r>
              <a:rPr lang="en-US" sz="3200" b="0" dirty="0">
                <a:solidFill>
                  <a:schemeClr val="bg1"/>
                </a:solidFill>
                <a:latin typeface="Lato"/>
                <a:ea typeface="Lato"/>
                <a:cs typeface="Lato"/>
              </a:rPr>
              <a:t>Syed Shah </a:t>
            </a:r>
            <a:br>
              <a:rPr lang="en-US" sz="3200" b="0" dirty="0">
                <a:latin typeface="Lato" panose="020F0502020204030203" pitchFamily="34" charset="0"/>
                <a:ea typeface="Lato" panose="020F0502020204030203" pitchFamily="34" charset="0"/>
                <a:cs typeface="Lato" panose="020F0502020204030203" pitchFamily="34" charset="0"/>
              </a:rPr>
            </a:br>
            <a:r>
              <a:rPr lang="en-US" sz="3200" b="0" dirty="0">
                <a:solidFill>
                  <a:schemeClr val="bg1"/>
                </a:solidFill>
                <a:latin typeface="Lato"/>
                <a:ea typeface="Lato"/>
                <a:cs typeface="Lato"/>
              </a:rPr>
              <a:t>Bao </a:t>
            </a:r>
            <a:r>
              <a:rPr lang="en-US" sz="3200" b="0" dirty="0">
                <a:solidFill>
                  <a:schemeClr val="bg1"/>
                </a:solidFill>
                <a:latin typeface="Lato Semibold"/>
                <a:ea typeface="Lato Semibold"/>
                <a:cs typeface="Lato Semibold"/>
              </a:rPr>
              <a:t>Nguyen</a:t>
            </a:r>
            <a:br>
              <a:rPr lang="en-US" sz="3200" dirty="0">
                <a:latin typeface="Lato" panose="020F0502020204030203" pitchFamily="34" charset="0"/>
                <a:ea typeface="Lato" panose="020F0502020204030203" pitchFamily="34" charset="0"/>
                <a:cs typeface="Lato" panose="020F0502020204030203" pitchFamily="34" charset="0"/>
              </a:rPr>
            </a:br>
            <a:r>
              <a:rPr lang="en-US" sz="3200" b="0" dirty="0" err="1">
                <a:solidFill>
                  <a:schemeClr val="bg1"/>
                </a:solidFill>
                <a:latin typeface="Lato SemiBold"/>
                <a:ea typeface="Lato SemiBold"/>
                <a:cs typeface="Lato SemiBold"/>
              </a:rPr>
              <a:t>Shiqiang</a:t>
            </a:r>
            <a:r>
              <a:rPr lang="en-US" sz="3200" b="0" dirty="0">
                <a:solidFill>
                  <a:schemeClr val="bg1"/>
                </a:solidFill>
                <a:latin typeface="Lato SemiBold"/>
                <a:ea typeface="Lato SemiBold"/>
                <a:cs typeface="Lato SemiBold"/>
              </a:rPr>
              <a:t> </a:t>
            </a:r>
            <a:r>
              <a:rPr lang="en-US" sz="3200" b="0" dirty="0">
                <a:solidFill>
                  <a:schemeClr val="bg1"/>
                </a:solidFill>
                <a:latin typeface="Lato"/>
                <a:ea typeface="Lato"/>
                <a:cs typeface="Lato"/>
              </a:rPr>
              <a:t>Mo</a:t>
            </a:r>
            <a:endParaRPr lang="en-US" sz="32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7" name="Subtitle 10">
            <a:extLst>
              <a:ext uri="{FF2B5EF4-FFF2-40B4-BE49-F238E27FC236}">
                <a16:creationId xmlns:a16="http://schemas.microsoft.com/office/drawing/2014/main" id="{78B616E3-9E24-1248-8A4D-D77D57F7DC50}"/>
              </a:ext>
            </a:extLst>
          </p:cNvPr>
          <p:cNvSpPr txBox="1">
            <a:spLocks/>
          </p:cNvSpPr>
          <p:nvPr/>
        </p:nvSpPr>
        <p:spPr>
          <a:xfrm>
            <a:off x="23887423" y="3418575"/>
            <a:ext cx="6495528"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Project Advisor</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8" name="Subtitle 10">
            <a:extLst>
              <a:ext uri="{FF2B5EF4-FFF2-40B4-BE49-F238E27FC236}">
                <a16:creationId xmlns:a16="http://schemas.microsoft.com/office/drawing/2014/main" id="{05A6504A-4348-D34A-8A53-B525BDB90512}"/>
              </a:ext>
            </a:extLst>
          </p:cNvPr>
          <p:cNvSpPr txBox="1">
            <a:spLocks/>
          </p:cNvSpPr>
          <p:nvPr/>
        </p:nvSpPr>
        <p:spPr>
          <a:xfrm>
            <a:off x="23887423" y="4080343"/>
            <a:ext cx="8425547" cy="971819"/>
          </a:xfrm>
          <a:prstGeom prst="rect">
            <a:avLst/>
          </a:prstGeom>
        </p:spPr>
        <p:txBody>
          <a:bodyPr vert="horz" lIns="329184" tIns="164592" rIns="329184" bIns="164592"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0" dirty="0">
                <a:solidFill>
                  <a:schemeClr val="bg1"/>
                </a:solidFill>
                <a:latin typeface="Lato"/>
                <a:ea typeface="Lato"/>
                <a:cs typeface="Lato"/>
              </a:rPr>
              <a:t>Dr. Waseem Asghar </a:t>
            </a:r>
            <a:endParaRPr lang="en-US" sz="216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19" name="Title 9">
            <a:extLst>
              <a:ext uri="{FF2B5EF4-FFF2-40B4-BE49-F238E27FC236}">
                <a16:creationId xmlns:a16="http://schemas.microsoft.com/office/drawing/2014/main" id="{170C0395-DFA3-F44D-A3EA-10AA82747FB0}"/>
              </a:ext>
            </a:extLst>
          </p:cNvPr>
          <p:cNvSpPr txBox="1">
            <a:spLocks/>
          </p:cNvSpPr>
          <p:nvPr/>
        </p:nvSpPr>
        <p:spPr>
          <a:xfrm>
            <a:off x="29675574" y="5767434"/>
            <a:ext cx="8425548"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Problem Statement</a:t>
            </a:r>
          </a:p>
        </p:txBody>
      </p:sp>
      <p:sp>
        <p:nvSpPr>
          <p:cNvPr id="20" name="Subtitle 10">
            <a:extLst>
              <a:ext uri="{FF2B5EF4-FFF2-40B4-BE49-F238E27FC236}">
                <a16:creationId xmlns:a16="http://schemas.microsoft.com/office/drawing/2014/main" id="{A58C0700-3F13-EC47-AD08-0B5FFC38DF34}"/>
              </a:ext>
            </a:extLst>
          </p:cNvPr>
          <p:cNvSpPr txBox="1">
            <a:spLocks/>
          </p:cNvSpPr>
          <p:nvPr/>
        </p:nvSpPr>
        <p:spPr>
          <a:xfrm>
            <a:off x="29675580" y="6707952"/>
            <a:ext cx="13314336" cy="5521044"/>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50" b="0" dirty="0">
                <a:latin typeface="Lato" panose="020F0502020204030203" pitchFamily="34" charset="0"/>
                <a:ea typeface="Lato" panose="020F0502020204030203" pitchFamily="34" charset="0"/>
                <a:cs typeface="Lato" panose="020F0502020204030203" pitchFamily="34" charset="0"/>
              </a:rPr>
              <a:t>Current online identity verification systems rely on either easily bypassed self-reported data or require users to disclose sensitive personal information to centralized databases. This creates significant privacy risks, increases vulnerability to large-scale data breaches, and reduces user trust. The challenge is to design a system that can securely verify identity attributes such as age while minimizing data exposure and eliminating dependence on centralized storage.</a:t>
            </a:r>
            <a:endParaRPr lang="en-US" sz="3950" dirty="0">
              <a:latin typeface="Lato" panose="020F0502020204030203" pitchFamily="34" charset="0"/>
              <a:ea typeface="Lato" panose="020F0502020204030203" pitchFamily="34" charset="0"/>
              <a:cs typeface="Lato" panose="020F0502020204030203" pitchFamily="34" charset="0"/>
            </a:endParaRPr>
          </a:p>
        </p:txBody>
      </p:sp>
      <p:sp>
        <p:nvSpPr>
          <p:cNvPr id="26" name="Subtitle 10">
            <a:extLst>
              <a:ext uri="{FF2B5EF4-FFF2-40B4-BE49-F238E27FC236}">
                <a16:creationId xmlns:a16="http://schemas.microsoft.com/office/drawing/2014/main" id="{A2AB0AFC-26A8-BB49-A0BA-9F2DD68EB481}"/>
              </a:ext>
            </a:extLst>
          </p:cNvPr>
          <p:cNvSpPr txBox="1">
            <a:spLocks/>
          </p:cNvSpPr>
          <p:nvPr/>
        </p:nvSpPr>
        <p:spPr>
          <a:xfrm>
            <a:off x="1358600" y="3893680"/>
            <a:ext cx="10816044" cy="1097280"/>
          </a:xfrm>
          <a:prstGeom prst="rect">
            <a:avLst/>
          </a:prstGeom>
        </p:spPr>
        <p:txBody>
          <a:bodyPr vert="horz" lIns="329184" tIns="164592" rIns="329184" bIns="164592"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00" dirty="0">
                <a:solidFill>
                  <a:schemeClr val="bg1"/>
                </a:solidFill>
                <a:latin typeface="Lato"/>
                <a:ea typeface="Lato"/>
                <a:cs typeface="Lato"/>
              </a:rPr>
              <a:t>Sponsored by: </a:t>
            </a:r>
            <a:r>
              <a:rPr lang="en-US" sz="4300" b="0" dirty="0">
                <a:solidFill>
                  <a:schemeClr val="bg1"/>
                </a:solidFill>
                <a:latin typeface="Lato Semibold"/>
                <a:ea typeface="Lato Semibold"/>
                <a:cs typeface="Lato Semibold"/>
              </a:rPr>
              <a:t>Mehrdad </a:t>
            </a:r>
            <a:r>
              <a:rPr lang="en-US" sz="4300" b="0" dirty="0" err="1">
                <a:solidFill>
                  <a:schemeClr val="bg1"/>
                </a:solidFill>
                <a:latin typeface="Lato Semibold"/>
                <a:ea typeface="Lato Semibold"/>
                <a:cs typeface="Lato Semibold"/>
              </a:rPr>
              <a:t>Nojoumian</a:t>
            </a:r>
            <a:endParaRPr lang="en-US" sz="4320" b="0" dirty="0" err="1">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35" name="Title 9">
            <a:extLst>
              <a:ext uri="{FF2B5EF4-FFF2-40B4-BE49-F238E27FC236}">
                <a16:creationId xmlns:a16="http://schemas.microsoft.com/office/drawing/2014/main" id="{7C332BCD-FDD9-F94C-93CB-86E8BA8561F2}"/>
              </a:ext>
            </a:extLst>
          </p:cNvPr>
          <p:cNvSpPr txBox="1">
            <a:spLocks/>
          </p:cNvSpPr>
          <p:nvPr/>
        </p:nvSpPr>
        <p:spPr>
          <a:xfrm>
            <a:off x="29675592" y="14850870"/>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Results</a:t>
            </a:r>
          </a:p>
        </p:txBody>
      </p:sp>
      <p:sp>
        <p:nvSpPr>
          <p:cNvPr id="36" name="Subtitle 10">
            <a:extLst>
              <a:ext uri="{FF2B5EF4-FFF2-40B4-BE49-F238E27FC236}">
                <a16:creationId xmlns:a16="http://schemas.microsoft.com/office/drawing/2014/main" id="{9F3EBA96-28C0-F047-947C-38EB7C9FB55F}"/>
              </a:ext>
            </a:extLst>
          </p:cNvPr>
          <p:cNvSpPr txBox="1">
            <a:spLocks/>
          </p:cNvSpPr>
          <p:nvPr/>
        </p:nvSpPr>
        <p:spPr>
          <a:xfrm>
            <a:off x="29675580" y="15791381"/>
            <a:ext cx="13667040" cy="7055367"/>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20000"/>
              </a:lnSpc>
            </a:pPr>
            <a:r>
              <a:rPr lang="en-US" sz="3950" b="0" dirty="0">
                <a:latin typeface="Lato" panose="020F0502020204030203" pitchFamily="34" charset="0"/>
                <a:ea typeface="Lato" panose="020F0502020204030203" pitchFamily="34" charset="0"/>
                <a:cs typeface="Lato" panose="020F0502020204030203" pitchFamily="34" charset="0"/>
              </a:rPr>
              <a:t>This proof-of-concept prototype successfully validated user input and enforced strict data integrity constraints, rejecting incomplete or invalid submissions. Valid user data was transmitted to the decentralized network, where it was encrypted using AES-256 and fragmented across multiple nodes as intended. These results demonstrate that the system reliably performs secure data handling, storage, and distribution within the decentralized architecture.</a:t>
            </a:r>
          </a:p>
        </p:txBody>
      </p:sp>
      <p:sp>
        <p:nvSpPr>
          <p:cNvPr id="38" name="Subtitle 10">
            <a:extLst>
              <a:ext uri="{FF2B5EF4-FFF2-40B4-BE49-F238E27FC236}">
                <a16:creationId xmlns:a16="http://schemas.microsoft.com/office/drawing/2014/main" id="{5B34A1AA-D693-3B48-8609-BFACDADAB9B1}"/>
              </a:ext>
            </a:extLst>
          </p:cNvPr>
          <p:cNvSpPr txBox="1">
            <a:spLocks/>
          </p:cNvSpPr>
          <p:nvPr/>
        </p:nvSpPr>
        <p:spPr>
          <a:xfrm>
            <a:off x="29734338" y="23826459"/>
            <a:ext cx="13667040" cy="6146076"/>
          </a:xfrm>
          <a:prstGeom prst="rect">
            <a:avLst/>
          </a:prstGeom>
        </p:spPr>
        <p:txBody>
          <a:bodyPr vert="horz" lIns="329184" tIns="164592" rIns="329184" bIns="164592"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20000"/>
              </a:lnSpc>
            </a:pPr>
            <a:r>
              <a:rPr lang="en-US" sz="3960" b="0" dirty="0">
                <a:latin typeface="Lato" panose="020F0502020204030203" pitchFamily="34" charset="0"/>
                <a:ea typeface="Lato" panose="020F0502020204030203" pitchFamily="34" charset="0"/>
                <a:cs typeface="Lato" panose="020F0502020204030203" pitchFamily="34" charset="0"/>
              </a:rPr>
              <a:t>With a simple implementation, we have proven there is a real alternative to current online ID verification processes, requiring less human intervention, guaranteeing user privacy protection, and implementing secure cybersecurity practices. </a:t>
            </a:r>
          </a:p>
        </p:txBody>
      </p:sp>
      <p:sp>
        <p:nvSpPr>
          <p:cNvPr id="39" name="Title 9">
            <a:extLst>
              <a:ext uri="{FF2B5EF4-FFF2-40B4-BE49-F238E27FC236}">
                <a16:creationId xmlns:a16="http://schemas.microsoft.com/office/drawing/2014/main" id="{185DC81F-62AF-1B43-8DBF-93E95C4533B3}"/>
              </a:ext>
            </a:extLst>
          </p:cNvPr>
          <p:cNvSpPr txBox="1">
            <a:spLocks/>
          </p:cNvSpPr>
          <p:nvPr/>
        </p:nvSpPr>
        <p:spPr>
          <a:xfrm>
            <a:off x="29675574" y="22846749"/>
            <a:ext cx="13480872" cy="1058088"/>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l"/>
            <a:r>
              <a:rPr lang="en-US" sz="5040" dirty="0">
                <a:latin typeface="Lato" panose="020F0502020204030203" pitchFamily="34" charset="0"/>
                <a:ea typeface="Lato" panose="020F0502020204030203" pitchFamily="34" charset="0"/>
                <a:cs typeface="Lato" panose="020F0502020204030203" pitchFamily="34" charset="0"/>
              </a:rPr>
              <a:t>Conclusions &amp; Impact</a:t>
            </a:r>
          </a:p>
        </p:txBody>
      </p:sp>
      <p:sp>
        <p:nvSpPr>
          <p:cNvPr id="40" name="Title 9">
            <a:extLst>
              <a:ext uri="{FF2B5EF4-FFF2-40B4-BE49-F238E27FC236}">
                <a16:creationId xmlns:a16="http://schemas.microsoft.com/office/drawing/2014/main" id="{6F292AEB-E8FF-2440-875D-41792ECECC6A}"/>
              </a:ext>
            </a:extLst>
          </p:cNvPr>
          <p:cNvSpPr txBox="1">
            <a:spLocks/>
          </p:cNvSpPr>
          <p:nvPr/>
        </p:nvSpPr>
        <p:spPr>
          <a:xfrm>
            <a:off x="33018130" y="2945865"/>
            <a:ext cx="2002329" cy="1645920"/>
          </a:xfrm>
          <a:prstGeom prst="rect">
            <a:avLst/>
          </a:prstGeom>
        </p:spPr>
        <p:txBody>
          <a:bodyPr vert="horz" lIns="329184" tIns="164592" rIns="329184" bIns="164592" rtlCol="0" anchor="b">
            <a:normAutofit/>
          </a:bodyPr>
          <a:lstStyle>
            <a:lvl1pPr algn="ctr" defTabSz="914400" rtl="0" eaLnBrk="1" latinLnBrk="0" hangingPunct="1">
              <a:lnSpc>
                <a:spcPct val="90000"/>
              </a:lnSpc>
              <a:spcBef>
                <a:spcPct val="0"/>
              </a:spcBef>
              <a:buNone/>
              <a:defRPr sz="6000" b="1" i="0" kern="1200">
                <a:solidFill>
                  <a:schemeClr val="tx1"/>
                </a:solidFill>
                <a:latin typeface="Lato Heavy" panose="020F0502020204030203" pitchFamily="34" charset="0"/>
                <a:ea typeface="Lato Heavy" panose="020F0502020204030203" pitchFamily="34" charset="0"/>
                <a:cs typeface="Lato Heavy" panose="020F0502020204030203" pitchFamily="34" charset="0"/>
              </a:defRPr>
            </a:lvl1pPr>
          </a:lstStyle>
          <a:p>
            <a:pPr algn="r"/>
            <a:r>
              <a:rPr lang="en-US" sz="8600" dirty="0">
                <a:solidFill>
                  <a:schemeClr val="bg1"/>
                </a:solidFill>
                <a:latin typeface="Lato"/>
                <a:ea typeface="Lato"/>
                <a:cs typeface="Lato"/>
              </a:rPr>
              <a:t>#9</a:t>
            </a:r>
            <a:endParaRPr lang="en-US" sz="86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2" name="Subtitle 10">
            <a:extLst>
              <a:ext uri="{FF2B5EF4-FFF2-40B4-BE49-F238E27FC236}">
                <a16:creationId xmlns:a16="http://schemas.microsoft.com/office/drawing/2014/main" id="{B6885142-3E5B-4908-7395-68E1325A41C1}"/>
              </a:ext>
            </a:extLst>
          </p:cNvPr>
          <p:cNvSpPr txBox="1">
            <a:spLocks/>
          </p:cNvSpPr>
          <p:nvPr/>
        </p:nvSpPr>
        <p:spPr>
          <a:xfrm>
            <a:off x="23887423" y="600767"/>
            <a:ext cx="8304791" cy="1097280"/>
          </a:xfrm>
          <a:prstGeom prst="rect">
            <a:avLst/>
          </a:prstGeom>
        </p:spPr>
        <p:txBody>
          <a:bodyPr vert="horz" lIns="329184" tIns="164592" rIns="329184" bIns="164592"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4320" dirty="0">
                <a:solidFill>
                  <a:schemeClr val="bg1"/>
                </a:solidFill>
                <a:latin typeface="Lato" panose="020F0502020204030203" pitchFamily="34" charset="0"/>
                <a:ea typeface="Lato" panose="020F0502020204030203" pitchFamily="34" charset="0"/>
                <a:cs typeface="Lato" panose="020F0502020204030203" pitchFamily="34" charset="0"/>
              </a:rPr>
              <a:t>Faculty Course Facilitator </a:t>
            </a:r>
            <a:endParaRPr lang="en-US" sz="144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sp>
        <p:nvSpPr>
          <p:cNvPr id="5" name="Subtitle 10">
            <a:extLst>
              <a:ext uri="{FF2B5EF4-FFF2-40B4-BE49-F238E27FC236}">
                <a16:creationId xmlns:a16="http://schemas.microsoft.com/office/drawing/2014/main" id="{A32660F8-074A-7F0D-605C-F1522717C201}"/>
              </a:ext>
            </a:extLst>
          </p:cNvPr>
          <p:cNvSpPr txBox="1">
            <a:spLocks/>
          </p:cNvSpPr>
          <p:nvPr/>
        </p:nvSpPr>
        <p:spPr>
          <a:xfrm>
            <a:off x="23887423" y="1349882"/>
            <a:ext cx="6701243" cy="1802373"/>
          </a:xfrm>
          <a:prstGeom prst="rect">
            <a:avLst/>
          </a:prstGeom>
        </p:spPr>
        <p:txBody>
          <a:bodyPr vert="horz" lIns="329184" tIns="164592" rIns="329184" bIns="164592"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b="1" i="0" kern="1200">
                <a:solidFill>
                  <a:schemeClr val="tx1"/>
                </a:solidFill>
                <a:latin typeface="Lato Semibold" panose="020F0502020204030203" pitchFamily="34" charset="0"/>
                <a:ea typeface="Lato Semibold" panose="020F0502020204030203" pitchFamily="34" charset="0"/>
                <a:cs typeface="Lato Semibold" panose="020F050202020403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b="0" i="0" kern="1200">
                <a:solidFill>
                  <a:schemeClr val="tx1"/>
                </a:solidFill>
                <a:latin typeface="Lato Medium" panose="020F0502020204030203" pitchFamily="34" charset="0"/>
                <a:ea typeface="Lato Medium" panose="020F0502020204030203" pitchFamily="34" charset="0"/>
                <a:cs typeface="Lato Medium" panose="020F050202020403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Lato" panose="020F0502020204030203" pitchFamily="34" charset="0"/>
                <a:ea typeface="Lato" panose="020F0502020204030203" pitchFamily="34" charset="0"/>
                <a:cs typeface="Lato" panose="020F050202020403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b="0" i="0" kern="1200">
                <a:solidFill>
                  <a:schemeClr val="tx1"/>
                </a:solidFill>
                <a:latin typeface="Lato" panose="020F0502020204030203" pitchFamily="34" charset="0"/>
                <a:ea typeface="Lato" panose="020F0502020204030203" pitchFamily="34" charset="0"/>
                <a:cs typeface="Lato" panose="020F050202020403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b="0" dirty="0">
                <a:solidFill>
                  <a:schemeClr val="bg1"/>
                </a:solidFill>
                <a:latin typeface="Lato"/>
                <a:ea typeface="Lato"/>
                <a:cs typeface="Lato"/>
              </a:rPr>
              <a:t>Dr. </a:t>
            </a:r>
            <a:r>
              <a:rPr lang="en-US" sz="3200" b="0" dirty="0" err="1">
                <a:solidFill>
                  <a:schemeClr val="bg1"/>
                </a:solidFill>
                <a:latin typeface="Lato"/>
                <a:ea typeface="Lato"/>
                <a:cs typeface="Lato"/>
              </a:rPr>
              <a:t>KwangSoo</a:t>
            </a:r>
            <a:r>
              <a:rPr lang="en-US" sz="3200" b="0" dirty="0">
                <a:solidFill>
                  <a:schemeClr val="bg1"/>
                </a:solidFill>
                <a:latin typeface="Lato"/>
                <a:ea typeface="Lato"/>
                <a:cs typeface="Lato"/>
              </a:rPr>
              <a:t> Yang</a:t>
            </a:r>
          </a:p>
          <a:p>
            <a:pPr algn="l"/>
            <a:r>
              <a:rPr lang="en-US" sz="3200" b="0" dirty="0">
                <a:solidFill>
                  <a:schemeClr val="bg1"/>
                </a:solidFill>
                <a:latin typeface="Lato"/>
                <a:ea typeface="Lato"/>
                <a:cs typeface="Lato"/>
              </a:rPr>
              <a:t>Dr. Zhen Ni</a:t>
            </a:r>
          </a:p>
          <a:p>
            <a:pPr algn="l"/>
            <a:r>
              <a:rPr lang="en-US" sz="3600" b="0" dirty="0">
                <a:solidFill>
                  <a:schemeClr val="bg1"/>
                </a:solidFill>
                <a:latin typeface="Lato"/>
                <a:ea typeface="Lato"/>
                <a:cs typeface="Lato"/>
              </a:rPr>
              <a:t>Dr. Waseem Asghar </a:t>
            </a:r>
            <a:endParaRPr lang="en-US" sz="2800" dirty="0">
              <a:solidFill>
                <a:schemeClr val="bg1"/>
              </a:solidFill>
              <a:latin typeface="Lato" panose="020F0502020204030203" pitchFamily="34" charset="0"/>
              <a:ea typeface="Lato" panose="020F0502020204030203" pitchFamily="34" charset="0"/>
              <a:cs typeface="Lato" panose="020F0502020204030203" pitchFamily="34" charset="0"/>
            </a:endParaRPr>
          </a:p>
        </p:txBody>
      </p:sp>
      <p:pic>
        <p:nvPicPr>
          <p:cNvPr id="9" name="Picture 8" descr="Diagram depicting system interfaces and how the operate">
            <a:extLst>
              <a:ext uri="{FF2B5EF4-FFF2-40B4-BE49-F238E27FC236}">
                <a16:creationId xmlns:a16="http://schemas.microsoft.com/office/drawing/2014/main" id="{F7A59BF0-2B54-9529-9C11-D13753DC5B1D}"/>
              </a:ext>
            </a:extLst>
          </p:cNvPr>
          <p:cNvPicPr>
            <a:picLocks noChangeAspect="1"/>
          </p:cNvPicPr>
          <p:nvPr/>
        </p:nvPicPr>
        <p:blipFill>
          <a:blip r:embed="rId3"/>
          <a:srcRect l="1157" t="1268" r="2113" b="3118"/>
          <a:stretch>
            <a:fillRect/>
          </a:stretch>
        </p:blipFill>
        <p:spPr>
          <a:xfrm>
            <a:off x="1505364" y="6377651"/>
            <a:ext cx="12271596" cy="9562218"/>
          </a:xfrm>
          <a:prstGeom prst="rect">
            <a:avLst/>
          </a:prstGeom>
        </p:spPr>
      </p:pic>
      <p:pic>
        <p:nvPicPr>
          <p:cNvPr id="29" name="Picture 28">
            <a:extLst>
              <a:ext uri="{FF2B5EF4-FFF2-40B4-BE49-F238E27FC236}">
                <a16:creationId xmlns:a16="http://schemas.microsoft.com/office/drawing/2014/main" id="{CAD25229-6DE9-C461-755D-4D3984AE0EC7}"/>
              </a:ext>
            </a:extLst>
          </p:cNvPr>
          <p:cNvPicPr>
            <a:picLocks noChangeAspect="1"/>
          </p:cNvPicPr>
          <p:nvPr/>
        </p:nvPicPr>
        <p:blipFill>
          <a:blip r:embed="rId4"/>
          <a:srcRect l="2831" t="6043" r="3887" b="4185"/>
          <a:stretch>
            <a:fillRect/>
          </a:stretch>
        </p:blipFill>
        <p:spPr>
          <a:xfrm>
            <a:off x="15306055" y="6377651"/>
            <a:ext cx="10241280" cy="9478475"/>
          </a:xfrm>
          <a:prstGeom prst="rect">
            <a:avLst/>
          </a:prstGeom>
        </p:spPr>
      </p:pic>
      <p:pic>
        <p:nvPicPr>
          <p:cNvPr id="31" name="Picture 30">
            <a:extLst>
              <a:ext uri="{FF2B5EF4-FFF2-40B4-BE49-F238E27FC236}">
                <a16:creationId xmlns:a16="http://schemas.microsoft.com/office/drawing/2014/main" id="{7C0D891F-51B8-9DA2-A0BC-ECEB99DEB8D2}"/>
              </a:ext>
            </a:extLst>
          </p:cNvPr>
          <p:cNvPicPr>
            <a:picLocks noChangeAspect="1"/>
          </p:cNvPicPr>
          <p:nvPr/>
        </p:nvPicPr>
        <p:blipFill>
          <a:blip r:embed="rId5"/>
          <a:srcRect l="608" t="7449" r="582" b="964"/>
          <a:stretch>
            <a:fillRect/>
          </a:stretch>
        </p:blipFill>
        <p:spPr>
          <a:xfrm>
            <a:off x="1505364" y="17450390"/>
            <a:ext cx="23805227" cy="9689001"/>
          </a:xfrm>
          <a:prstGeom prst="rect">
            <a:avLst/>
          </a:prstGeom>
        </p:spPr>
      </p:pic>
      <p:cxnSp>
        <p:nvCxnSpPr>
          <p:cNvPr id="6" name="Straight Connector 5">
            <a:extLst>
              <a:ext uri="{FF2B5EF4-FFF2-40B4-BE49-F238E27FC236}">
                <a16:creationId xmlns:a16="http://schemas.microsoft.com/office/drawing/2014/main" id="{A187CAC4-0F34-33CA-AF6D-D24AF927C031}"/>
              </a:ext>
            </a:extLst>
          </p:cNvPr>
          <p:cNvCxnSpPr/>
          <p:nvPr/>
        </p:nvCxnSpPr>
        <p:spPr>
          <a:xfrm>
            <a:off x="14508480" y="5913120"/>
            <a:ext cx="0" cy="1091184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BD6E7D38-63C2-C760-6F40-BB47A7F760EC}"/>
              </a:ext>
            </a:extLst>
          </p:cNvPr>
          <p:cNvCxnSpPr/>
          <p:nvPr/>
        </p:nvCxnSpPr>
        <p:spPr>
          <a:xfrm>
            <a:off x="1505364" y="16824960"/>
            <a:ext cx="25164636"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38216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0171AEA418C1E42807BDB3855D693DC" ma:contentTypeVersion="3" ma:contentTypeDescription="Create a new document." ma:contentTypeScope="" ma:versionID="27f8cedf71f6c106e924d9533431432d">
  <xsd:schema xmlns:xsd="http://www.w3.org/2001/XMLSchema" xmlns:xs="http://www.w3.org/2001/XMLSchema" xmlns:p="http://schemas.microsoft.com/office/2006/metadata/properties" xmlns:ns2="da16e807-fa08-4e58-b6aa-226a496ca185" targetNamespace="http://schemas.microsoft.com/office/2006/metadata/properties" ma:root="true" ma:fieldsID="81423e5b4b1bf29c7c21c8237a9948a5" ns2:_="">
    <xsd:import namespace="da16e807-fa08-4e58-b6aa-226a496ca18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16e807-fa08-4e58-b6aa-226a496ca1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63758D-4639-49E8-8912-4A2CBE61123C}">
  <ds:schemaRefs>
    <ds:schemaRef ds:uri="http://schemas.openxmlformats.org/package/2006/metadata/core-properties"/>
    <ds:schemaRef ds:uri="http://www.w3.org/XML/1998/namespace"/>
    <ds:schemaRef ds:uri="http://schemas.microsoft.com/office/2006/documentManagement/types"/>
    <ds:schemaRef ds:uri="da16e807-fa08-4e58-b6aa-226a496ca185"/>
    <ds:schemaRef ds:uri="http://purl.org/dc/terms/"/>
    <ds:schemaRef ds:uri="http://schemas.microsoft.com/office/2006/metadata/properties"/>
    <ds:schemaRef ds:uri="http://purl.org/dc/dcmitype/"/>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5A0E1782-7632-413E-91E0-DE9227D58E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16e807-fa08-4e58-b6aa-226a496ca1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070EC4-0FC9-4611-AFCF-A166704BDAF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 2013 - 2022</Template>
  <TotalTime>721</TotalTime>
  <Words>232</Words>
  <Application>Microsoft Office PowerPoint</Application>
  <PresentationFormat>Custom</PresentationFormat>
  <Paragraphs>22</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Lato</vt:lpstr>
      <vt:lpstr>Lato Semibold</vt:lpstr>
      <vt:lpstr>Lato Semibold</vt:lpstr>
      <vt:lpstr>Office Theme</vt:lpstr>
      <vt:lpstr>Decentralized Storage Network for Online Verification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Adlai Moss</dc:creator>
  <cp:lastModifiedBy>Santiago Delgado Montoya</cp:lastModifiedBy>
  <cp:revision>23</cp:revision>
  <dcterms:created xsi:type="dcterms:W3CDTF">2021-11-24T20:51:02Z</dcterms:created>
  <dcterms:modified xsi:type="dcterms:W3CDTF">2026-03-30T16:29:16Z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0x01010010171AEA418C1E42807BDB3855D693DC</vt:lpwstr>
  </property>
</Properties>
</file>